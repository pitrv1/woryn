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6" r:id="rId6"/>
    <p:sldId id="267" r:id="rId7"/>
    <p:sldId id="268" r:id="rId8"/>
    <p:sldId id="271" r:id="rId9"/>
    <p:sldId id="270" r:id="rId10"/>
    <p:sldId id="263" r:id="rId11"/>
    <p:sldId id="264" r:id="rId12"/>
    <p:sldId id="272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515"/>
    <a:srgbClr val="D6C1C1"/>
    <a:srgbClr val="000000"/>
    <a:srgbClr val="17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DE843-5317-4CB8-A951-7D823E30460F}" v="210" dt="2026-02-12T18:07:38.422"/>
    <p1510:client id="{2DC42CB6-CCCC-4B46-A708-393188D84FB2}" v="54" dt="2026-02-13T20:14:21.386"/>
    <p1510:client id="{2EB09C49-69F9-453F-A5DC-14CCEC76B343}" v="56" dt="2026-02-12T20:12:49.037"/>
    <p1510:client id="{4556DDD9-7D37-4FB3-AB48-725B0CE33DA6}" v="83" dt="2026-02-13T17:56:10.856"/>
    <p1510:client id="{C5F12709-8CFE-421E-98E9-044B7B29EA70}" v="438" dt="2026-02-12T20:02:58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F630E122-4107-30E7-4404-D2C507392809}"/>
              </a:ext>
            </a:extLst>
          </p:cNvPr>
          <p:cNvSpPr txBox="1"/>
          <p:nvPr/>
        </p:nvSpPr>
        <p:spPr>
          <a:xfrm>
            <a:off x="7494369" y="6058914"/>
            <a:ext cx="4612224" cy="646331"/>
          </a:xfrm>
          <a:prstGeom prst="rect">
            <a:avLst/>
          </a:prstGeom>
          <a:solidFill>
            <a:srgbClr val="171515">
              <a:alpha val="53000"/>
            </a:srgb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DSZC Mechwart András Gépipari és Informatikai Technikum</a:t>
            </a:r>
            <a:endParaRPr lang="hu-HU"/>
          </a:p>
        </p:txBody>
      </p:sp>
      <p:pic>
        <p:nvPicPr>
          <p:cNvPr id="4" name="Kép 3" descr="A képen Szimmetria, tér, képernyőkép, minta látható&#10;&#10;Lehet, hogy az AI által létrehozott tartalom helytelen.">
            <a:extLst>
              <a:ext uri="{FF2B5EF4-FFF2-40B4-BE49-F238E27FC236}">
                <a16:creationId xmlns:a16="http://schemas.microsoft.com/office/drawing/2014/main" id="{C87AC513-B14F-FDE6-A679-5E5C75E3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012" y="4335382"/>
            <a:ext cx="4371975" cy="714375"/>
          </a:xfrm>
          <a:prstGeom prst="rect">
            <a:avLst/>
          </a:prstGeom>
        </p:spPr>
      </p:pic>
      <p:sp>
        <p:nvSpPr>
          <p:cNvPr id="6" name="Szövegdoboz 10">
            <a:extLst>
              <a:ext uri="{FF2B5EF4-FFF2-40B4-BE49-F238E27FC236}">
                <a16:creationId xmlns:a16="http://schemas.microsoft.com/office/drawing/2014/main" id="{2B419309-0061-12E1-34E3-AC06E27B86A4}"/>
              </a:ext>
            </a:extLst>
          </p:cNvPr>
          <p:cNvSpPr txBox="1">
            <a:spLocks noGrp="1"/>
          </p:cNvSpPr>
          <p:nvPr/>
        </p:nvSpPr>
        <p:spPr>
          <a:xfrm>
            <a:off x="1351045" y="2339465"/>
            <a:ext cx="9489907" cy="20036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3800" b="1" dirty="0">
                <a:solidFill>
                  <a:srgbClr val="D6C1C1"/>
                </a:solidFill>
                <a:latin typeface="Bookman Old Style"/>
              </a:rPr>
              <a:t>WORY</a:t>
            </a:r>
            <a:r>
              <a:rPr lang="en-US" sz="13800" b="1" dirty="0">
                <a:solidFill>
                  <a:srgbClr val="D6C1C1"/>
                </a:solidFill>
                <a:latin typeface="Bookman Old Style"/>
              </a:rPr>
              <a:t>N</a:t>
            </a:r>
            <a:endParaRPr lang="hu-HU" sz="13800" b="1" dirty="0">
              <a:solidFill>
                <a:srgbClr val="D6C1C1"/>
              </a:solidFill>
              <a:latin typeface="Bookman Old Style"/>
            </a:endParaRPr>
          </a:p>
        </p:txBody>
      </p:sp>
      <p:pic>
        <p:nvPicPr>
          <p:cNvPr id="5" name="Kép 4" descr="A képen embléma, szöveg, szimbólum, Védjegy látható&#10;&#10;Lehet, hogy az AI által létrehozott tartalom helytelen.">
            <a:extLst>
              <a:ext uri="{FF2B5EF4-FFF2-40B4-BE49-F238E27FC236}">
                <a16:creationId xmlns:a16="http://schemas.microsoft.com/office/drawing/2014/main" id="{2A5BA97C-E0D2-6DC4-AF82-2908F6291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608" y="5989022"/>
            <a:ext cx="779213" cy="788738"/>
          </a:xfrm>
          <a:prstGeom prst="rect">
            <a:avLst/>
          </a:prstGeom>
        </p:spPr>
      </p:pic>
      <p:sp>
        <p:nvSpPr>
          <p:cNvPr id="12" name="Szövegdoboz 4">
            <a:extLst>
              <a:ext uri="{FF2B5EF4-FFF2-40B4-BE49-F238E27FC236}">
                <a16:creationId xmlns:a16="http://schemas.microsoft.com/office/drawing/2014/main" id="{00D9E922-33AD-C931-33DD-CB7CC4458474}"/>
              </a:ext>
            </a:extLst>
          </p:cNvPr>
          <p:cNvSpPr txBox="1"/>
          <p:nvPr/>
        </p:nvSpPr>
        <p:spPr>
          <a:xfrm>
            <a:off x="-557" y="6153544"/>
            <a:ext cx="38406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dirty="0">
                <a:solidFill>
                  <a:schemeClr val="bg1"/>
                </a:solidFill>
                <a:latin typeface="Futura"/>
                <a:cs typeface="Helvetica" panose="020B0604020202020204" pitchFamily="34" charset="0"/>
              </a:rPr>
              <a:t>Dusza Műhely 2025-2026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72B131-2A7A-3D25-D704-18BF4C1FA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806" y="164599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hu-HU" b="1" dirty="0">
                <a:solidFill>
                  <a:schemeClr val="bg1"/>
                </a:solidFill>
              </a:rPr>
              <a:t>Csapatunk</a:t>
            </a:r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1987E4-8F82-9E78-228C-374CDF7B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04" y="2026152"/>
            <a:ext cx="3687679" cy="4351338"/>
          </a:xfrm>
          <a:custGeom>
            <a:avLst/>
            <a:gdLst>
              <a:gd name="csX0" fmla="*/ 0 w 3687679"/>
              <a:gd name="csY0" fmla="*/ 0 h 4351338"/>
              <a:gd name="csX1" fmla="*/ 503983 w 3687679"/>
              <a:gd name="csY1" fmla="*/ 0 h 4351338"/>
              <a:gd name="csX2" fmla="*/ 1192350 w 3687679"/>
              <a:gd name="csY2" fmla="*/ 0 h 4351338"/>
              <a:gd name="csX3" fmla="*/ 1733209 w 3687679"/>
              <a:gd name="csY3" fmla="*/ 0 h 4351338"/>
              <a:gd name="csX4" fmla="*/ 2274069 w 3687679"/>
              <a:gd name="csY4" fmla="*/ 0 h 4351338"/>
              <a:gd name="csX5" fmla="*/ 2888682 w 3687679"/>
              <a:gd name="csY5" fmla="*/ 0 h 4351338"/>
              <a:gd name="csX6" fmla="*/ 3687679 w 3687679"/>
              <a:gd name="csY6" fmla="*/ 0 h 4351338"/>
              <a:gd name="csX7" fmla="*/ 3687679 w 3687679"/>
              <a:gd name="csY7" fmla="*/ 491080 h 4351338"/>
              <a:gd name="csX8" fmla="*/ 3687679 w 3687679"/>
              <a:gd name="csY8" fmla="*/ 1025673 h 4351338"/>
              <a:gd name="csX9" fmla="*/ 3687679 w 3687679"/>
              <a:gd name="csY9" fmla="*/ 1690806 h 4351338"/>
              <a:gd name="csX10" fmla="*/ 3687679 w 3687679"/>
              <a:gd name="csY10" fmla="*/ 2225399 h 4351338"/>
              <a:gd name="csX11" fmla="*/ 3687679 w 3687679"/>
              <a:gd name="csY11" fmla="*/ 2803505 h 4351338"/>
              <a:gd name="csX12" fmla="*/ 3687679 w 3687679"/>
              <a:gd name="csY12" fmla="*/ 3294584 h 4351338"/>
              <a:gd name="csX13" fmla="*/ 3687679 w 3687679"/>
              <a:gd name="csY13" fmla="*/ 4351338 h 4351338"/>
              <a:gd name="csX14" fmla="*/ 2999312 w 3687679"/>
              <a:gd name="csY14" fmla="*/ 4351338 h 4351338"/>
              <a:gd name="csX15" fmla="*/ 2458453 w 3687679"/>
              <a:gd name="csY15" fmla="*/ 4351338 h 4351338"/>
              <a:gd name="csX16" fmla="*/ 1806963 w 3687679"/>
              <a:gd name="csY16" fmla="*/ 4351338 h 4351338"/>
              <a:gd name="csX17" fmla="*/ 1229226 w 3687679"/>
              <a:gd name="csY17" fmla="*/ 4351338 h 4351338"/>
              <a:gd name="csX18" fmla="*/ 577736 w 3687679"/>
              <a:gd name="csY18" fmla="*/ 4351338 h 4351338"/>
              <a:gd name="csX19" fmla="*/ 0 w 3687679"/>
              <a:gd name="csY19" fmla="*/ 4351338 h 4351338"/>
              <a:gd name="csX20" fmla="*/ 0 w 3687679"/>
              <a:gd name="csY20" fmla="*/ 3729718 h 4351338"/>
              <a:gd name="csX21" fmla="*/ 0 w 3687679"/>
              <a:gd name="csY21" fmla="*/ 3151612 h 4351338"/>
              <a:gd name="csX22" fmla="*/ 0 w 3687679"/>
              <a:gd name="csY22" fmla="*/ 2660532 h 4351338"/>
              <a:gd name="csX23" fmla="*/ 0 w 3687679"/>
              <a:gd name="csY23" fmla="*/ 2038913 h 4351338"/>
              <a:gd name="csX24" fmla="*/ 0 w 3687679"/>
              <a:gd name="csY24" fmla="*/ 1330266 h 4351338"/>
              <a:gd name="csX25" fmla="*/ 0 w 3687679"/>
              <a:gd name="csY25" fmla="*/ 665133 h 4351338"/>
              <a:gd name="csX26" fmla="*/ 0 w 3687679"/>
              <a:gd name="csY26" fmla="*/ 0 h 4351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687679" h="4351338" fill="none" extrusionOk="0">
                <a:moveTo>
                  <a:pt x="0" y="0"/>
                </a:moveTo>
                <a:cubicBezTo>
                  <a:pt x="186947" y="-5811"/>
                  <a:pt x="278473" y="-4232"/>
                  <a:pt x="503983" y="0"/>
                </a:cubicBezTo>
                <a:cubicBezTo>
                  <a:pt x="729493" y="4232"/>
                  <a:pt x="1037881" y="-14284"/>
                  <a:pt x="1192350" y="0"/>
                </a:cubicBezTo>
                <a:cubicBezTo>
                  <a:pt x="1346819" y="14284"/>
                  <a:pt x="1500536" y="-6755"/>
                  <a:pt x="1733209" y="0"/>
                </a:cubicBezTo>
                <a:cubicBezTo>
                  <a:pt x="1965882" y="6755"/>
                  <a:pt x="2160412" y="-23442"/>
                  <a:pt x="2274069" y="0"/>
                </a:cubicBezTo>
                <a:cubicBezTo>
                  <a:pt x="2387726" y="23442"/>
                  <a:pt x="2617901" y="-18195"/>
                  <a:pt x="2888682" y="0"/>
                </a:cubicBezTo>
                <a:cubicBezTo>
                  <a:pt x="3159463" y="18195"/>
                  <a:pt x="3427303" y="15187"/>
                  <a:pt x="3687679" y="0"/>
                </a:cubicBezTo>
                <a:cubicBezTo>
                  <a:pt x="3664534" y="216342"/>
                  <a:pt x="3672957" y="305693"/>
                  <a:pt x="3687679" y="491080"/>
                </a:cubicBezTo>
                <a:cubicBezTo>
                  <a:pt x="3702401" y="676467"/>
                  <a:pt x="3671429" y="888386"/>
                  <a:pt x="3687679" y="1025673"/>
                </a:cubicBezTo>
                <a:cubicBezTo>
                  <a:pt x="3703929" y="1162960"/>
                  <a:pt x="3712841" y="1475327"/>
                  <a:pt x="3687679" y="1690806"/>
                </a:cubicBezTo>
                <a:cubicBezTo>
                  <a:pt x="3662517" y="1906285"/>
                  <a:pt x="3667935" y="2048368"/>
                  <a:pt x="3687679" y="2225399"/>
                </a:cubicBezTo>
                <a:cubicBezTo>
                  <a:pt x="3707423" y="2402430"/>
                  <a:pt x="3701310" y="2658360"/>
                  <a:pt x="3687679" y="2803505"/>
                </a:cubicBezTo>
                <a:cubicBezTo>
                  <a:pt x="3674048" y="2948650"/>
                  <a:pt x="3703297" y="3165673"/>
                  <a:pt x="3687679" y="3294584"/>
                </a:cubicBezTo>
                <a:cubicBezTo>
                  <a:pt x="3672061" y="3423495"/>
                  <a:pt x="3693395" y="3955026"/>
                  <a:pt x="3687679" y="4351338"/>
                </a:cubicBezTo>
                <a:cubicBezTo>
                  <a:pt x="3415409" y="4348784"/>
                  <a:pt x="3177110" y="4324210"/>
                  <a:pt x="2999312" y="4351338"/>
                </a:cubicBezTo>
                <a:cubicBezTo>
                  <a:pt x="2821514" y="4378466"/>
                  <a:pt x="2670843" y="4378043"/>
                  <a:pt x="2458453" y="4351338"/>
                </a:cubicBezTo>
                <a:cubicBezTo>
                  <a:pt x="2246063" y="4324633"/>
                  <a:pt x="2105579" y="4340301"/>
                  <a:pt x="1806963" y="4351338"/>
                </a:cubicBezTo>
                <a:cubicBezTo>
                  <a:pt x="1508347" y="4362376"/>
                  <a:pt x="1385540" y="4332715"/>
                  <a:pt x="1229226" y="4351338"/>
                </a:cubicBezTo>
                <a:cubicBezTo>
                  <a:pt x="1072912" y="4369961"/>
                  <a:pt x="760693" y="4333866"/>
                  <a:pt x="577736" y="4351338"/>
                </a:cubicBezTo>
                <a:cubicBezTo>
                  <a:pt x="394779" y="4368811"/>
                  <a:pt x="167645" y="4348904"/>
                  <a:pt x="0" y="4351338"/>
                </a:cubicBezTo>
                <a:cubicBezTo>
                  <a:pt x="376" y="4163085"/>
                  <a:pt x="-13314" y="3953759"/>
                  <a:pt x="0" y="3729718"/>
                </a:cubicBezTo>
                <a:cubicBezTo>
                  <a:pt x="13314" y="3505677"/>
                  <a:pt x="-5852" y="3374067"/>
                  <a:pt x="0" y="3151612"/>
                </a:cubicBezTo>
                <a:cubicBezTo>
                  <a:pt x="5852" y="2929157"/>
                  <a:pt x="11820" y="2853666"/>
                  <a:pt x="0" y="2660532"/>
                </a:cubicBezTo>
                <a:cubicBezTo>
                  <a:pt x="-11820" y="2467398"/>
                  <a:pt x="252" y="2294273"/>
                  <a:pt x="0" y="2038913"/>
                </a:cubicBezTo>
                <a:cubicBezTo>
                  <a:pt x="-252" y="1783553"/>
                  <a:pt x="-11401" y="1504526"/>
                  <a:pt x="0" y="1330266"/>
                </a:cubicBezTo>
                <a:cubicBezTo>
                  <a:pt x="11401" y="1156006"/>
                  <a:pt x="23616" y="805030"/>
                  <a:pt x="0" y="665133"/>
                </a:cubicBezTo>
                <a:cubicBezTo>
                  <a:pt x="-23616" y="525236"/>
                  <a:pt x="-1326" y="214737"/>
                  <a:pt x="0" y="0"/>
                </a:cubicBezTo>
                <a:close/>
              </a:path>
              <a:path w="3687679" h="4351338" stroke="0" extrusionOk="0">
                <a:moveTo>
                  <a:pt x="0" y="0"/>
                </a:moveTo>
                <a:cubicBezTo>
                  <a:pt x="129572" y="-15666"/>
                  <a:pt x="275391" y="-16750"/>
                  <a:pt x="503983" y="0"/>
                </a:cubicBezTo>
                <a:cubicBezTo>
                  <a:pt x="732575" y="16750"/>
                  <a:pt x="913546" y="-15203"/>
                  <a:pt x="1044842" y="0"/>
                </a:cubicBezTo>
                <a:cubicBezTo>
                  <a:pt x="1176138" y="15203"/>
                  <a:pt x="1497140" y="-14785"/>
                  <a:pt x="1659456" y="0"/>
                </a:cubicBezTo>
                <a:cubicBezTo>
                  <a:pt x="1821772" y="14785"/>
                  <a:pt x="2075997" y="21171"/>
                  <a:pt x="2274069" y="0"/>
                </a:cubicBezTo>
                <a:cubicBezTo>
                  <a:pt x="2472141" y="-21171"/>
                  <a:pt x="2657926" y="-19517"/>
                  <a:pt x="2888682" y="0"/>
                </a:cubicBezTo>
                <a:cubicBezTo>
                  <a:pt x="3119438" y="19517"/>
                  <a:pt x="3401727" y="15959"/>
                  <a:pt x="3687679" y="0"/>
                </a:cubicBezTo>
                <a:cubicBezTo>
                  <a:pt x="3702827" y="123361"/>
                  <a:pt x="3681299" y="275402"/>
                  <a:pt x="3687679" y="491080"/>
                </a:cubicBezTo>
                <a:cubicBezTo>
                  <a:pt x="3694059" y="706758"/>
                  <a:pt x="3705725" y="872840"/>
                  <a:pt x="3687679" y="982159"/>
                </a:cubicBezTo>
                <a:cubicBezTo>
                  <a:pt x="3669633" y="1091478"/>
                  <a:pt x="3703340" y="1275936"/>
                  <a:pt x="3687679" y="1473239"/>
                </a:cubicBezTo>
                <a:cubicBezTo>
                  <a:pt x="3672018" y="1670542"/>
                  <a:pt x="3698529" y="1861518"/>
                  <a:pt x="3687679" y="2051345"/>
                </a:cubicBezTo>
                <a:cubicBezTo>
                  <a:pt x="3676829" y="2241172"/>
                  <a:pt x="3685595" y="2366740"/>
                  <a:pt x="3687679" y="2585938"/>
                </a:cubicBezTo>
                <a:cubicBezTo>
                  <a:pt x="3689763" y="2805136"/>
                  <a:pt x="3680248" y="3068138"/>
                  <a:pt x="3687679" y="3294584"/>
                </a:cubicBezTo>
                <a:cubicBezTo>
                  <a:pt x="3695110" y="3521030"/>
                  <a:pt x="3682867" y="3551460"/>
                  <a:pt x="3687679" y="3785664"/>
                </a:cubicBezTo>
                <a:cubicBezTo>
                  <a:pt x="3692491" y="4019868"/>
                  <a:pt x="3712415" y="4156197"/>
                  <a:pt x="3687679" y="4351338"/>
                </a:cubicBezTo>
                <a:cubicBezTo>
                  <a:pt x="3457931" y="4357492"/>
                  <a:pt x="3326199" y="4334174"/>
                  <a:pt x="3036189" y="4351338"/>
                </a:cubicBezTo>
                <a:cubicBezTo>
                  <a:pt x="2746179" y="4368503"/>
                  <a:pt x="2713635" y="4341502"/>
                  <a:pt x="2421576" y="4351338"/>
                </a:cubicBezTo>
                <a:cubicBezTo>
                  <a:pt x="2129517" y="4361174"/>
                  <a:pt x="2127658" y="4349152"/>
                  <a:pt x="1917593" y="4351338"/>
                </a:cubicBezTo>
                <a:cubicBezTo>
                  <a:pt x="1707528" y="4353524"/>
                  <a:pt x="1476747" y="4337734"/>
                  <a:pt x="1339857" y="4351338"/>
                </a:cubicBezTo>
                <a:cubicBezTo>
                  <a:pt x="1202967" y="4364942"/>
                  <a:pt x="1025601" y="4326184"/>
                  <a:pt x="798997" y="4351338"/>
                </a:cubicBezTo>
                <a:cubicBezTo>
                  <a:pt x="572393" y="4376492"/>
                  <a:pt x="359036" y="4334858"/>
                  <a:pt x="0" y="4351338"/>
                </a:cubicBezTo>
                <a:cubicBezTo>
                  <a:pt x="-4012" y="4244331"/>
                  <a:pt x="-20240" y="4037311"/>
                  <a:pt x="0" y="3860258"/>
                </a:cubicBezTo>
                <a:cubicBezTo>
                  <a:pt x="20240" y="3683205"/>
                  <a:pt x="21217" y="3489159"/>
                  <a:pt x="0" y="3282152"/>
                </a:cubicBezTo>
                <a:cubicBezTo>
                  <a:pt x="-21217" y="3075145"/>
                  <a:pt x="11278" y="2868146"/>
                  <a:pt x="0" y="2573506"/>
                </a:cubicBezTo>
                <a:cubicBezTo>
                  <a:pt x="-11278" y="2278866"/>
                  <a:pt x="-10241" y="2090889"/>
                  <a:pt x="0" y="1908373"/>
                </a:cubicBezTo>
                <a:cubicBezTo>
                  <a:pt x="10241" y="1725857"/>
                  <a:pt x="25840" y="1546396"/>
                  <a:pt x="0" y="1243239"/>
                </a:cubicBezTo>
                <a:cubicBezTo>
                  <a:pt x="-25840" y="940082"/>
                  <a:pt x="32684" y="760040"/>
                  <a:pt x="0" y="578106"/>
                </a:cubicBezTo>
                <a:cubicBezTo>
                  <a:pt x="-32684" y="396172"/>
                  <a:pt x="17041" y="259673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577159181"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Tóth Péter Sándor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Wágner Ábel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Kovács Dániel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Borók Máté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Medve Donát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A025FB30-2E5D-3CF8-B648-877448B3FB53}"/>
              </a:ext>
            </a:extLst>
          </p:cNvPr>
          <p:cNvSpPr txBox="1">
            <a:spLocks/>
          </p:cNvSpPr>
          <p:nvPr/>
        </p:nvSpPr>
        <p:spPr>
          <a:xfrm>
            <a:off x="6886073" y="2028157"/>
            <a:ext cx="4920916" cy="4351338"/>
          </a:xfrm>
          <a:custGeom>
            <a:avLst/>
            <a:gdLst>
              <a:gd name="csX0" fmla="*/ 0 w 4920916"/>
              <a:gd name="csY0" fmla="*/ 0 h 4351338"/>
              <a:gd name="csX1" fmla="*/ 615115 w 4920916"/>
              <a:gd name="csY1" fmla="*/ 0 h 4351338"/>
              <a:gd name="csX2" fmla="*/ 1082602 w 4920916"/>
              <a:gd name="csY2" fmla="*/ 0 h 4351338"/>
              <a:gd name="csX3" fmla="*/ 1550089 w 4920916"/>
              <a:gd name="csY3" fmla="*/ 0 h 4351338"/>
              <a:gd name="csX4" fmla="*/ 2263621 w 4920916"/>
              <a:gd name="csY4" fmla="*/ 0 h 4351338"/>
              <a:gd name="csX5" fmla="*/ 2780318 w 4920916"/>
              <a:gd name="csY5" fmla="*/ 0 h 4351338"/>
              <a:gd name="csX6" fmla="*/ 3247805 w 4920916"/>
              <a:gd name="csY6" fmla="*/ 0 h 4351338"/>
              <a:gd name="csX7" fmla="*/ 3764501 w 4920916"/>
              <a:gd name="csY7" fmla="*/ 0 h 4351338"/>
              <a:gd name="csX8" fmla="*/ 4330406 w 4920916"/>
              <a:gd name="csY8" fmla="*/ 0 h 4351338"/>
              <a:gd name="csX9" fmla="*/ 4920916 w 4920916"/>
              <a:gd name="csY9" fmla="*/ 0 h 4351338"/>
              <a:gd name="csX10" fmla="*/ 4920916 w 4920916"/>
              <a:gd name="csY10" fmla="*/ 534593 h 4351338"/>
              <a:gd name="csX11" fmla="*/ 4920916 w 4920916"/>
              <a:gd name="csY11" fmla="*/ 1025673 h 4351338"/>
              <a:gd name="csX12" fmla="*/ 4920916 w 4920916"/>
              <a:gd name="csY12" fmla="*/ 1516752 h 4351338"/>
              <a:gd name="csX13" fmla="*/ 4920916 w 4920916"/>
              <a:gd name="csY13" fmla="*/ 2007832 h 4351338"/>
              <a:gd name="csX14" fmla="*/ 4920916 w 4920916"/>
              <a:gd name="csY14" fmla="*/ 2629451 h 4351338"/>
              <a:gd name="csX15" fmla="*/ 4920916 w 4920916"/>
              <a:gd name="csY15" fmla="*/ 3338098 h 4351338"/>
              <a:gd name="csX16" fmla="*/ 4920916 w 4920916"/>
              <a:gd name="csY16" fmla="*/ 4351338 h 4351338"/>
              <a:gd name="csX17" fmla="*/ 4207383 w 4920916"/>
              <a:gd name="csY17" fmla="*/ 4351338 h 4351338"/>
              <a:gd name="csX18" fmla="*/ 3543060 w 4920916"/>
              <a:gd name="csY18" fmla="*/ 4351338 h 4351338"/>
              <a:gd name="csX19" fmla="*/ 2878736 w 4920916"/>
              <a:gd name="csY19" fmla="*/ 4351338 h 4351338"/>
              <a:gd name="csX20" fmla="*/ 2263621 w 4920916"/>
              <a:gd name="csY20" fmla="*/ 4351338 h 4351338"/>
              <a:gd name="csX21" fmla="*/ 1746925 w 4920916"/>
              <a:gd name="csY21" fmla="*/ 4351338 h 4351338"/>
              <a:gd name="csX22" fmla="*/ 1082602 w 4920916"/>
              <a:gd name="csY22" fmla="*/ 4351338 h 4351338"/>
              <a:gd name="csX23" fmla="*/ 0 w 4920916"/>
              <a:gd name="csY23" fmla="*/ 4351338 h 4351338"/>
              <a:gd name="csX24" fmla="*/ 0 w 4920916"/>
              <a:gd name="csY24" fmla="*/ 3642692 h 4351338"/>
              <a:gd name="csX25" fmla="*/ 0 w 4920916"/>
              <a:gd name="csY25" fmla="*/ 3021072 h 4351338"/>
              <a:gd name="csX26" fmla="*/ 0 w 4920916"/>
              <a:gd name="csY26" fmla="*/ 2399452 h 4351338"/>
              <a:gd name="csX27" fmla="*/ 0 w 4920916"/>
              <a:gd name="csY27" fmla="*/ 1908373 h 4351338"/>
              <a:gd name="csX28" fmla="*/ 0 w 4920916"/>
              <a:gd name="csY28" fmla="*/ 1286753 h 4351338"/>
              <a:gd name="csX29" fmla="*/ 0 w 4920916"/>
              <a:gd name="csY29" fmla="*/ 578106 h 4351338"/>
              <a:gd name="csX30" fmla="*/ 0 w 4920916"/>
              <a:gd name="csY30" fmla="*/ 0 h 4351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920916" h="4351338" fill="none" extrusionOk="0">
                <a:moveTo>
                  <a:pt x="0" y="0"/>
                </a:moveTo>
                <a:cubicBezTo>
                  <a:pt x="228137" y="18554"/>
                  <a:pt x="424423" y="-23735"/>
                  <a:pt x="615115" y="0"/>
                </a:cubicBezTo>
                <a:cubicBezTo>
                  <a:pt x="805807" y="23735"/>
                  <a:pt x="913258" y="-14985"/>
                  <a:pt x="1082602" y="0"/>
                </a:cubicBezTo>
                <a:cubicBezTo>
                  <a:pt x="1251946" y="14985"/>
                  <a:pt x="1442437" y="7545"/>
                  <a:pt x="1550089" y="0"/>
                </a:cubicBezTo>
                <a:cubicBezTo>
                  <a:pt x="1657741" y="-7545"/>
                  <a:pt x="2075634" y="-27263"/>
                  <a:pt x="2263621" y="0"/>
                </a:cubicBezTo>
                <a:cubicBezTo>
                  <a:pt x="2451608" y="27263"/>
                  <a:pt x="2607910" y="13919"/>
                  <a:pt x="2780318" y="0"/>
                </a:cubicBezTo>
                <a:cubicBezTo>
                  <a:pt x="2952726" y="-13919"/>
                  <a:pt x="3026556" y="6711"/>
                  <a:pt x="3247805" y="0"/>
                </a:cubicBezTo>
                <a:cubicBezTo>
                  <a:pt x="3469054" y="-6711"/>
                  <a:pt x="3578007" y="-23956"/>
                  <a:pt x="3764501" y="0"/>
                </a:cubicBezTo>
                <a:cubicBezTo>
                  <a:pt x="3950995" y="23956"/>
                  <a:pt x="4175112" y="-26799"/>
                  <a:pt x="4330406" y="0"/>
                </a:cubicBezTo>
                <a:cubicBezTo>
                  <a:pt x="4485701" y="26799"/>
                  <a:pt x="4730601" y="-16020"/>
                  <a:pt x="4920916" y="0"/>
                </a:cubicBezTo>
                <a:cubicBezTo>
                  <a:pt x="4937743" y="154783"/>
                  <a:pt x="4901006" y="279542"/>
                  <a:pt x="4920916" y="534593"/>
                </a:cubicBezTo>
                <a:cubicBezTo>
                  <a:pt x="4940826" y="789644"/>
                  <a:pt x="4910243" y="896042"/>
                  <a:pt x="4920916" y="1025673"/>
                </a:cubicBezTo>
                <a:cubicBezTo>
                  <a:pt x="4931589" y="1155304"/>
                  <a:pt x="4944601" y="1341626"/>
                  <a:pt x="4920916" y="1516752"/>
                </a:cubicBezTo>
                <a:cubicBezTo>
                  <a:pt x="4897231" y="1691878"/>
                  <a:pt x="4928328" y="1816274"/>
                  <a:pt x="4920916" y="2007832"/>
                </a:cubicBezTo>
                <a:cubicBezTo>
                  <a:pt x="4913504" y="2199390"/>
                  <a:pt x="4950054" y="2376751"/>
                  <a:pt x="4920916" y="2629451"/>
                </a:cubicBezTo>
                <a:cubicBezTo>
                  <a:pt x="4891778" y="2882151"/>
                  <a:pt x="4912486" y="2984735"/>
                  <a:pt x="4920916" y="3338098"/>
                </a:cubicBezTo>
                <a:cubicBezTo>
                  <a:pt x="4929346" y="3691461"/>
                  <a:pt x="4890488" y="4027972"/>
                  <a:pt x="4920916" y="4351338"/>
                </a:cubicBezTo>
                <a:cubicBezTo>
                  <a:pt x="4596231" y="4349141"/>
                  <a:pt x="4381418" y="4343780"/>
                  <a:pt x="4207383" y="4351338"/>
                </a:cubicBezTo>
                <a:cubicBezTo>
                  <a:pt x="4033348" y="4358896"/>
                  <a:pt x="3803149" y="4373000"/>
                  <a:pt x="3543060" y="4351338"/>
                </a:cubicBezTo>
                <a:cubicBezTo>
                  <a:pt x="3282971" y="4329676"/>
                  <a:pt x="3205225" y="4353761"/>
                  <a:pt x="2878736" y="4351338"/>
                </a:cubicBezTo>
                <a:cubicBezTo>
                  <a:pt x="2552247" y="4348915"/>
                  <a:pt x="2420519" y="4358356"/>
                  <a:pt x="2263621" y="4351338"/>
                </a:cubicBezTo>
                <a:cubicBezTo>
                  <a:pt x="2106724" y="4344320"/>
                  <a:pt x="1931764" y="4365454"/>
                  <a:pt x="1746925" y="4351338"/>
                </a:cubicBezTo>
                <a:cubicBezTo>
                  <a:pt x="1562086" y="4337222"/>
                  <a:pt x="1348152" y="4336900"/>
                  <a:pt x="1082602" y="4351338"/>
                </a:cubicBezTo>
                <a:cubicBezTo>
                  <a:pt x="817052" y="4365776"/>
                  <a:pt x="409227" y="4335759"/>
                  <a:pt x="0" y="4351338"/>
                </a:cubicBezTo>
                <a:cubicBezTo>
                  <a:pt x="-5737" y="4203450"/>
                  <a:pt x="14929" y="3906377"/>
                  <a:pt x="0" y="3642692"/>
                </a:cubicBezTo>
                <a:cubicBezTo>
                  <a:pt x="-14929" y="3379007"/>
                  <a:pt x="14540" y="3272623"/>
                  <a:pt x="0" y="3021072"/>
                </a:cubicBezTo>
                <a:cubicBezTo>
                  <a:pt x="-14540" y="2769521"/>
                  <a:pt x="-20375" y="2698575"/>
                  <a:pt x="0" y="2399452"/>
                </a:cubicBezTo>
                <a:cubicBezTo>
                  <a:pt x="20375" y="2100329"/>
                  <a:pt x="-11809" y="2043369"/>
                  <a:pt x="0" y="1908373"/>
                </a:cubicBezTo>
                <a:cubicBezTo>
                  <a:pt x="11809" y="1773377"/>
                  <a:pt x="-28300" y="1563638"/>
                  <a:pt x="0" y="1286753"/>
                </a:cubicBezTo>
                <a:cubicBezTo>
                  <a:pt x="28300" y="1009868"/>
                  <a:pt x="20452" y="900751"/>
                  <a:pt x="0" y="578106"/>
                </a:cubicBezTo>
                <a:cubicBezTo>
                  <a:pt x="-20452" y="255461"/>
                  <a:pt x="22268" y="288432"/>
                  <a:pt x="0" y="0"/>
                </a:cubicBezTo>
                <a:close/>
              </a:path>
              <a:path w="4920916" h="4351338" stroke="0" extrusionOk="0">
                <a:moveTo>
                  <a:pt x="0" y="0"/>
                </a:moveTo>
                <a:cubicBezTo>
                  <a:pt x="269557" y="-17966"/>
                  <a:pt x="383544" y="27006"/>
                  <a:pt x="565905" y="0"/>
                </a:cubicBezTo>
                <a:cubicBezTo>
                  <a:pt x="748267" y="-27006"/>
                  <a:pt x="928129" y="-5617"/>
                  <a:pt x="1082602" y="0"/>
                </a:cubicBezTo>
                <a:cubicBezTo>
                  <a:pt x="1237075" y="5617"/>
                  <a:pt x="1365354" y="13333"/>
                  <a:pt x="1599298" y="0"/>
                </a:cubicBezTo>
                <a:cubicBezTo>
                  <a:pt x="1833242" y="-13333"/>
                  <a:pt x="1908850" y="-15915"/>
                  <a:pt x="2066785" y="0"/>
                </a:cubicBezTo>
                <a:cubicBezTo>
                  <a:pt x="2224720" y="15915"/>
                  <a:pt x="2305546" y="2950"/>
                  <a:pt x="2534272" y="0"/>
                </a:cubicBezTo>
                <a:cubicBezTo>
                  <a:pt x="2762998" y="-2950"/>
                  <a:pt x="2880594" y="-781"/>
                  <a:pt x="3001759" y="0"/>
                </a:cubicBezTo>
                <a:cubicBezTo>
                  <a:pt x="3122924" y="781"/>
                  <a:pt x="3526225" y="-13105"/>
                  <a:pt x="3666082" y="0"/>
                </a:cubicBezTo>
                <a:cubicBezTo>
                  <a:pt x="3805939" y="13105"/>
                  <a:pt x="3960873" y="-16593"/>
                  <a:pt x="4133569" y="0"/>
                </a:cubicBezTo>
                <a:cubicBezTo>
                  <a:pt x="4306265" y="16593"/>
                  <a:pt x="4565669" y="-21589"/>
                  <a:pt x="4920916" y="0"/>
                </a:cubicBezTo>
                <a:cubicBezTo>
                  <a:pt x="4940062" y="128224"/>
                  <a:pt x="4902846" y="298089"/>
                  <a:pt x="4920916" y="534593"/>
                </a:cubicBezTo>
                <a:cubicBezTo>
                  <a:pt x="4938986" y="771097"/>
                  <a:pt x="4899846" y="949306"/>
                  <a:pt x="4920916" y="1069186"/>
                </a:cubicBezTo>
                <a:cubicBezTo>
                  <a:pt x="4941986" y="1189066"/>
                  <a:pt x="4920880" y="1436568"/>
                  <a:pt x="4920916" y="1603779"/>
                </a:cubicBezTo>
                <a:cubicBezTo>
                  <a:pt x="4920952" y="1770990"/>
                  <a:pt x="4914372" y="1940170"/>
                  <a:pt x="4920916" y="2225399"/>
                </a:cubicBezTo>
                <a:cubicBezTo>
                  <a:pt x="4927460" y="2510628"/>
                  <a:pt x="4927552" y="2627567"/>
                  <a:pt x="4920916" y="2890532"/>
                </a:cubicBezTo>
                <a:cubicBezTo>
                  <a:pt x="4914280" y="3153497"/>
                  <a:pt x="4933132" y="3295238"/>
                  <a:pt x="4920916" y="3555665"/>
                </a:cubicBezTo>
                <a:cubicBezTo>
                  <a:pt x="4908700" y="3816092"/>
                  <a:pt x="4951881" y="4163420"/>
                  <a:pt x="4920916" y="4351338"/>
                </a:cubicBezTo>
                <a:cubicBezTo>
                  <a:pt x="4700696" y="4350976"/>
                  <a:pt x="4627612" y="4353253"/>
                  <a:pt x="4453429" y="4351338"/>
                </a:cubicBezTo>
                <a:cubicBezTo>
                  <a:pt x="4279246" y="4349423"/>
                  <a:pt x="4187784" y="4356198"/>
                  <a:pt x="3936733" y="4351338"/>
                </a:cubicBezTo>
                <a:cubicBezTo>
                  <a:pt x="3685682" y="4346478"/>
                  <a:pt x="3604680" y="4338060"/>
                  <a:pt x="3370827" y="4351338"/>
                </a:cubicBezTo>
                <a:cubicBezTo>
                  <a:pt x="3136974" y="4364616"/>
                  <a:pt x="2925342" y="4379694"/>
                  <a:pt x="2755713" y="4351338"/>
                </a:cubicBezTo>
                <a:cubicBezTo>
                  <a:pt x="2586084" y="4322982"/>
                  <a:pt x="2423384" y="4328153"/>
                  <a:pt x="2189808" y="4351338"/>
                </a:cubicBezTo>
                <a:cubicBezTo>
                  <a:pt x="1956233" y="4374523"/>
                  <a:pt x="1919683" y="4367062"/>
                  <a:pt x="1722321" y="4351338"/>
                </a:cubicBezTo>
                <a:cubicBezTo>
                  <a:pt x="1524959" y="4335614"/>
                  <a:pt x="1340857" y="4332064"/>
                  <a:pt x="1107206" y="4351338"/>
                </a:cubicBezTo>
                <a:cubicBezTo>
                  <a:pt x="873555" y="4370612"/>
                  <a:pt x="519376" y="4309188"/>
                  <a:pt x="0" y="4351338"/>
                </a:cubicBezTo>
                <a:cubicBezTo>
                  <a:pt x="-3760" y="4024367"/>
                  <a:pt x="-5964" y="3932246"/>
                  <a:pt x="0" y="3686205"/>
                </a:cubicBezTo>
                <a:cubicBezTo>
                  <a:pt x="5964" y="3440164"/>
                  <a:pt x="-2934" y="3381811"/>
                  <a:pt x="0" y="3151612"/>
                </a:cubicBezTo>
                <a:cubicBezTo>
                  <a:pt x="2934" y="2921413"/>
                  <a:pt x="-5404" y="2836057"/>
                  <a:pt x="0" y="2573506"/>
                </a:cubicBezTo>
                <a:cubicBezTo>
                  <a:pt x="5404" y="2310955"/>
                  <a:pt x="-16021" y="2169188"/>
                  <a:pt x="0" y="2038913"/>
                </a:cubicBezTo>
                <a:cubicBezTo>
                  <a:pt x="16021" y="1908638"/>
                  <a:pt x="-3130" y="1627885"/>
                  <a:pt x="0" y="1460806"/>
                </a:cubicBezTo>
                <a:cubicBezTo>
                  <a:pt x="3130" y="1293727"/>
                  <a:pt x="11926" y="1186804"/>
                  <a:pt x="0" y="969727"/>
                </a:cubicBezTo>
                <a:cubicBezTo>
                  <a:pt x="-11926" y="752650"/>
                  <a:pt x="-36895" y="282094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Modellezés, 3D-s környezet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Modellezés, Vizualitás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Felhasználói felület</a:t>
            </a:r>
          </a:p>
          <a:p>
            <a:pPr marL="0" indent="0" algn="ctr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hu-HU" dirty="0">
                <a:solidFill>
                  <a:schemeClr val="bg1"/>
                </a:solidFill>
              </a:rPr>
              <a:t>Programozás</a:t>
            </a:r>
          </a:p>
          <a:p>
            <a:pPr marL="0" indent="0" algn="ctr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hu-HU" dirty="0">
                <a:solidFill>
                  <a:schemeClr val="bg1"/>
                </a:solidFill>
              </a:rPr>
              <a:t>Programozás</a:t>
            </a:r>
          </a:p>
        </p:txBody>
      </p:sp>
    </p:spTree>
    <p:extLst>
      <p:ext uri="{BB962C8B-B14F-4D97-AF65-F5344CB8AC3E}">
        <p14:creationId xmlns:p14="http://schemas.microsoft.com/office/powerpoint/2010/main" val="202270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880DC-3D55-1D7C-7FF3-B5DDA601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AE7EF1-4D2D-EB98-C7DC-9A858EB5B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806" y="164599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hu-HU" b="1" dirty="0">
                <a:solidFill>
                  <a:schemeClr val="bg1"/>
                </a:solidFill>
              </a:rPr>
              <a:t>Csapatunk</a:t>
            </a:r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3B741F5-682C-146F-7033-B67EE9444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05" y="2016126"/>
            <a:ext cx="4188994" cy="1754523"/>
          </a:xfrm>
          <a:custGeom>
            <a:avLst/>
            <a:gdLst>
              <a:gd name="csX0" fmla="*/ 0 w 4188994"/>
              <a:gd name="csY0" fmla="*/ 0 h 1754523"/>
              <a:gd name="csX1" fmla="*/ 781946 w 4188994"/>
              <a:gd name="csY1" fmla="*/ 0 h 1754523"/>
              <a:gd name="csX2" fmla="*/ 1396331 w 4188994"/>
              <a:gd name="csY2" fmla="*/ 0 h 1754523"/>
              <a:gd name="csX3" fmla="*/ 1968827 w 4188994"/>
              <a:gd name="csY3" fmla="*/ 0 h 1754523"/>
              <a:gd name="csX4" fmla="*/ 2666993 w 4188994"/>
              <a:gd name="csY4" fmla="*/ 0 h 1754523"/>
              <a:gd name="csX5" fmla="*/ 3407048 w 4188994"/>
              <a:gd name="csY5" fmla="*/ 0 h 1754523"/>
              <a:gd name="csX6" fmla="*/ 4188994 w 4188994"/>
              <a:gd name="csY6" fmla="*/ 0 h 1754523"/>
              <a:gd name="csX7" fmla="*/ 4188994 w 4188994"/>
              <a:gd name="csY7" fmla="*/ 584841 h 1754523"/>
              <a:gd name="csX8" fmla="*/ 4188994 w 4188994"/>
              <a:gd name="csY8" fmla="*/ 1187227 h 1754523"/>
              <a:gd name="csX9" fmla="*/ 4188994 w 4188994"/>
              <a:gd name="csY9" fmla="*/ 1754523 h 1754523"/>
              <a:gd name="csX10" fmla="*/ 3532718 w 4188994"/>
              <a:gd name="csY10" fmla="*/ 1754523 h 1754523"/>
              <a:gd name="csX11" fmla="*/ 2876443 w 4188994"/>
              <a:gd name="csY11" fmla="*/ 1754523 h 1754523"/>
              <a:gd name="csX12" fmla="*/ 2220167 w 4188994"/>
              <a:gd name="csY12" fmla="*/ 1754523 h 1754523"/>
              <a:gd name="csX13" fmla="*/ 1605781 w 4188994"/>
              <a:gd name="csY13" fmla="*/ 1754523 h 1754523"/>
              <a:gd name="csX14" fmla="*/ 865725 w 4188994"/>
              <a:gd name="csY14" fmla="*/ 1754523 h 1754523"/>
              <a:gd name="csX15" fmla="*/ 0 w 4188994"/>
              <a:gd name="csY15" fmla="*/ 1754523 h 1754523"/>
              <a:gd name="csX16" fmla="*/ 0 w 4188994"/>
              <a:gd name="csY16" fmla="*/ 1187227 h 1754523"/>
              <a:gd name="csX17" fmla="*/ 0 w 4188994"/>
              <a:gd name="csY17" fmla="*/ 602386 h 1754523"/>
              <a:gd name="csX18" fmla="*/ 0 w 4188994"/>
              <a:gd name="csY18" fmla="*/ 0 h 1754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188994" h="1754523" fill="none" extrusionOk="0">
                <a:moveTo>
                  <a:pt x="0" y="0"/>
                </a:moveTo>
                <a:cubicBezTo>
                  <a:pt x="236636" y="37054"/>
                  <a:pt x="592827" y="-11655"/>
                  <a:pt x="781946" y="0"/>
                </a:cubicBezTo>
                <a:cubicBezTo>
                  <a:pt x="971065" y="11655"/>
                  <a:pt x="1268301" y="17108"/>
                  <a:pt x="1396331" y="0"/>
                </a:cubicBezTo>
                <a:cubicBezTo>
                  <a:pt x="1524361" y="-17108"/>
                  <a:pt x="1731059" y="5859"/>
                  <a:pt x="1968827" y="0"/>
                </a:cubicBezTo>
                <a:cubicBezTo>
                  <a:pt x="2206595" y="-5859"/>
                  <a:pt x="2322111" y="21705"/>
                  <a:pt x="2666993" y="0"/>
                </a:cubicBezTo>
                <a:cubicBezTo>
                  <a:pt x="3011875" y="-21705"/>
                  <a:pt x="3133172" y="-18224"/>
                  <a:pt x="3407048" y="0"/>
                </a:cubicBezTo>
                <a:cubicBezTo>
                  <a:pt x="3680924" y="18224"/>
                  <a:pt x="3914811" y="23133"/>
                  <a:pt x="4188994" y="0"/>
                </a:cubicBezTo>
                <a:cubicBezTo>
                  <a:pt x="4208130" y="168444"/>
                  <a:pt x="4170347" y="316033"/>
                  <a:pt x="4188994" y="584841"/>
                </a:cubicBezTo>
                <a:cubicBezTo>
                  <a:pt x="4207641" y="853649"/>
                  <a:pt x="4160663" y="1007673"/>
                  <a:pt x="4188994" y="1187227"/>
                </a:cubicBezTo>
                <a:cubicBezTo>
                  <a:pt x="4217325" y="1366781"/>
                  <a:pt x="4181118" y="1592107"/>
                  <a:pt x="4188994" y="1754523"/>
                </a:cubicBezTo>
                <a:cubicBezTo>
                  <a:pt x="3939220" y="1752329"/>
                  <a:pt x="3847119" y="1743512"/>
                  <a:pt x="3532718" y="1754523"/>
                </a:cubicBezTo>
                <a:cubicBezTo>
                  <a:pt x="3218317" y="1765534"/>
                  <a:pt x="3102333" y="1783081"/>
                  <a:pt x="2876443" y="1754523"/>
                </a:cubicBezTo>
                <a:cubicBezTo>
                  <a:pt x="2650553" y="1725965"/>
                  <a:pt x="2354874" y="1722033"/>
                  <a:pt x="2220167" y="1754523"/>
                </a:cubicBezTo>
                <a:cubicBezTo>
                  <a:pt x="2085460" y="1787013"/>
                  <a:pt x="1879054" y="1755863"/>
                  <a:pt x="1605781" y="1754523"/>
                </a:cubicBezTo>
                <a:cubicBezTo>
                  <a:pt x="1332508" y="1753183"/>
                  <a:pt x="1082021" y="1780284"/>
                  <a:pt x="865725" y="1754523"/>
                </a:cubicBezTo>
                <a:cubicBezTo>
                  <a:pt x="649429" y="1728762"/>
                  <a:pt x="206558" y="1752409"/>
                  <a:pt x="0" y="1754523"/>
                </a:cubicBezTo>
                <a:cubicBezTo>
                  <a:pt x="20438" y="1550477"/>
                  <a:pt x="-707" y="1331189"/>
                  <a:pt x="0" y="1187227"/>
                </a:cubicBezTo>
                <a:cubicBezTo>
                  <a:pt x="707" y="1043265"/>
                  <a:pt x="-23152" y="809171"/>
                  <a:pt x="0" y="602386"/>
                </a:cubicBezTo>
                <a:cubicBezTo>
                  <a:pt x="23152" y="395601"/>
                  <a:pt x="-19376" y="209665"/>
                  <a:pt x="0" y="0"/>
                </a:cubicBezTo>
                <a:close/>
              </a:path>
              <a:path w="4188994" h="1754523" stroke="0" extrusionOk="0">
                <a:moveTo>
                  <a:pt x="0" y="0"/>
                </a:moveTo>
                <a:cubicBezTo>
                  <a:pt x="134152" y="-3936"/>
                  <a:pt x="363713" y="28142"/>
                  <a:pt x="572496" y="0"/>
                </a:cubicBezTo>
                <a:cubicBezTo>
                  <a:pt x="781279" y="-28142"/>
                  <a:pt x="1060538" y="-27920"/>
                  <a:pt x="1186882" y="0"/>
                </a:cubicBezTo>
                <a:cubicBezTo>
                  <a:pt x="1313226" y="27920"/>
                  <a:pt x="1743030" y="34114"/>
                  <a:pt x="1885047" y="0"/>
                </a:cubicBezTo>
                <a:cubicBezTo>
                  <a:pt x="2027065" y="-34114"/>
                  <a:pt x="2339005" y="-29961"/>
                  <a:pt x="2583213" y="0"/>
                </a:cubicBezTo>
                <a:cubicBezTo>
                  <a:pt x="2827421" y="29961"/>
                  <a:pt x="2943580" y="-23878"/>
                  <a:pt x="3281379" y="0"/>
                </a:cubicBezTo>
                <a:cubicBezTo>
                  <a:pt x="3619178" y="23878"/>
                  <a:pt x="3775786" y="-40490"/>
                  <a:pt x="4188994" y="0"/>
                </a:cubicBezTo>
                <a:cubicBezTo>
                  <a:pt x="4188736" y="145724"/>
                  <a:pt x="4183372" y="382290"/>
                  <a:pt x="4188994" y="532205"/>
                </a:cubicBezTo>
                <a:cubicBezTo>
                  <a:pt x="4194616" y="682121"/>
                  <a:pt x="4203493" y="875154"/>
                  <a:pt x="4188994" y="1064411"/>
                </a:cubicBezTo>
                <a:cubicBezTo>
                  <a:pt x="4174495" y="1253668"/>
                  <a:pt x="4190945" y="1536203"/>
                  <a:pt x="4188994" y="1754523"/>
                </a:cubicBezTo>
                <a:cubicBezTo>
                  <a:pt x="3902050" y="1729772"/>
                  <a:pt x="3842658" y="1723338"/>
                  <a:pt x="3532718" y="1754523"/>
                </a:cubicBezTo>
                <a:cubicBezTo>
                  <a:pt x="3222778" y="1785708"/>
                  <a:pt x="3181874" y="1733292"/>
                  <a:pt x="2918332" y="1754523"/>
                </a:cubicBezTo>
                <a:cubicBezTo>
                  <a:pt x="2654790" y="1775754"/>
                  <a:pt x="2537475" y="1736955"/>
                  <a:pt x="2345837" y="1754523"/>
                </a:cubicBezTo>
                <a:cubicBezTo>
                  <a:pt x="2154199" y="1772091"/>
                  <a:pt x="1898454" y="1728812"/>
                  <a:pt x="1773341" y="1754523"/>
                </a:cubicBezTo>
                <a:cubicBezTo>
                  <a:pt x="1648228" y="1780234"/>
                  <a:pt x="1154585" y="1752910"/>
                  <a:pt x="991395" y="1754523"/>
                </a:cubicBezTo>
                <a:cubicBezTo>
                  <a:pt x="828205" y="1756136"/>
                  <a:pt x="346179" y="1797029"/>
                  <a:pt x="0" y="1754523"/>
                </a:cubicBezTo>
                <a:cubicBezTo>
                  <a:pt x="1397" y="1582199"/>
                  <a:pt x="21123" y="1341629"/>
                  <a:pt x="0" y="1169682"/>
                </a:cubicBezTo>
                <a:cubicBezTo>
                  <a:pt x="-21123" y="997735"/>
                  <a:pt x="16619" y="832491"/>
                  <a:pt x="0" y="584841"/>
                </a:cubicBezTo>
                <a:cubicBezTo>
                  <a:pt x="-16619" y="337191"/>
                  <a:pt x="1524" y="196426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577159181"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Hagymási Gyula Levente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hu-HU" dirty="0">
                <a:solidFill>
                  <a:schemeClr val="bg1"/>
                </a:solidFill>
              </a:rPr>
              <a:t>Felkészítő tanárunk</a:t>
            </a:r>
          </a:p>
          <a:p>
            <a:pPr marL="0" indent="0" algn="ctr">
              <a:lnSpc>
                <a:spcPct val="170000"/>
              </a:lnSpc>
              <a:buNone/>
            </a:pP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77F2F672-5E98-D99C-EF71-A3DA394DEE0C}"/>
              </a:ext>
            </a:extLst>
          </p:cNvPr>
          <p:cNvSpPr txBox="1">
            <a:spLocks/>
          </p:cNvSpPr>
          <p:nvPr/>
        </p:nvSpPr>
        <p:spPr>
          <a:xfrm>
            <a:off x="7297153" y="2018131"/>
            <a:ext cx="4509836" cy="1754523"/>
          </a:xfrm>
          <a:custGeom>
            <a:avLst/>
            <a:gdLst>
              <a:gd name="csX0" fmla="*/ 0 w 4509836"/>
              <a:gd name="csY0" fmla="*/ 0 h 1754523"/>
              <a:gd name="csX1" fmla="*/ 554066 w 4509836"/>
              <a:gd name="csY1" fmla="*/ 0 h 1754523"/>
              <a:gd name="csX2" fmla="*/ 1198328 w 4509836"/>
              <a:gd name="csY2" fmla="*/ 0 h 1754523"/>
              <a:gd name="csX3" fmla="*/ 1842590 w 4509836"/>
              <a:gd name="csY3" fmla="*/ 0 h 1754523"/>
              <a:gd name="csX4" fmla="*/ 2351557 w 4509836"/>
              <a:gd name="csY4" fmla="*/ 0 h 1754523"/>
              <a:gd name="csX5" fmla="*/ 2995820 w 4509836"/>
              <a:gd name="csY5" fmla="*/ 0 h 1754523"/>
              <a:gd name="csX6" fmla="*/ 3549885 w 4509836"/>
              <a:gd name="csY6" fmla="*/ 0 h 1754523"/>
              <a:gd name="csX7" fmla="*/ 4509836 w 4509836"/>
              <a:gd name="csY7" fmla="*/ 0 h 1754523"/>
              <a:gd name="csX8" fmla="*/ 4509836 w 4509836"/>
              <a:gd name="csY8" fmla="*/ 602386 h 1754523"/>
              <a:gd name="csX9" fmla="*/ 4509836 w 4509836"/>
              <a:gd name="csY9" fmla="*/ 1134592 h 1754523"/>
              <a:gd name="csX10" fmla="*/ 4509836 w 4509836"/>
              <a:gd name="csY10" fmla="*/ 1754523 h 1754523"/>
              <a:gd name="csX11" fmla="*/ 4000869 w 4509836"/>
              <a:gd name="csY11" fmla="*/ 1754523 h 1754523"/>
              <a:gd name="csX12" fmla="*/ 3401705 w 4509836"/>
              <a:gd name="csY12" fmla="*/ 1754523 h 1754523"/>
              <a:gd name="csX13" fmla="*/ 2847639 w 4509836"/>
              <a:gd name="csY13" fmla="*/ 1754523 h 1754523"/>
              <a:gd name="csX14" fmla="*/ 2113180 w 4509836"/>
              <a:gd name="csY14" fmla="*/ 1754523 h 1754523"/>
              <a:gd name="csX15" fmla="*/ 1559115 w 4509836"/>
              <a:gd name="csY15" fmla="*/ 1754523 h 1754523"/>
              <a:gd name="csX16" fmla="*/ 914852 w 4509836"/>
              <a:gd name="csY16" fmla="*/ 1754523 h 1754523"/>
              <a:gd name="csX17" fmla="*/ 0 w 4509836"/>
              <a:gd name="csY17" fmla="*/ 1754523 h 1754523"/>
              <a:gd name="csX18" fmla="*/ 0 w 4509836"/>
              <a:gd name="csY18" fmla="*/ 1152137 h 1754523"/>
              <a:gd name="csX19" fmla="*/ 0 w 4509836"/>
              <a:gd name="csY19" fmla="*/ 584841 h 1754523"/>
              <a:gd name="csX20" fmla="*/ 0 w 4509836"/>
              <a:gd name="csY20" fmla="*/ 0 h 1754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509836" h="1754523" fill="none" extrusionOk="0">
                <a:moveTo>
                  <a:pt x="0" y="0"/>
                </a:moveTo>
                <a:cubicBezTo>
                  <a:pt x="134890" y="10069"/>
                  <a:pt x="407700" y="18537"/>
                  <a:pt x="554066" y="0"/>
                </a:cubicBezTo>
                <a:cubicBezTo>
                  <a:pt x="700432" y="-18537"/>
                  <a:pt x="997912" y="23480"/>
                  <a:pt x="1198328" y="0"/>
                </a:cubicBezTo>
                <a:cubicBezTo>
                  <a:pt x="1398744" y="-23480"/>
                  <a:pt x="1706176" y="21543"/>
                  <a:pt x="1842590" y="0"/>
                </a:cubicBezTo>
                <a:cubicBezTo>
                  <a:pt x="1979004" y="-21543"/>
                  <a:pt x="2098448" y="16388"/>
                  <a:pt x="2351557" y="0"/>
                </a:cubicBezTo>
                <a:cubicBezTo>
                  <a:pt x="2604666" y="-16388"/>
                  <a:pt x="2689543" y="8144"/>
                  <a:pt x="2995820" y="0"/>
                </a:cubicBezTo>
                <a:cubicBezTo>
                  <a:pt x="3302097" y="-8144"/>
                  <a:pt x="3425356" y="-4786"/>
                  <a:pt x="3549885" y="0"/>
                </a:cubicBezTo>
                <a:cubicBezTo>
                  <a:pt x="3674415" y="4786"/>
                  <a:pt x="4091702" y="22630"/>
                  <a:pt x="4509836" y="0"/>
                </a:cubicBezTo>
                <a:cubicBezTo>
                  <a:pt x="4482607" y="201762"/>
                  <a:pt x="4494317" y="334686"/>
                  <a:pt x="4509836" y="602386"/>
                </a:cubicBezTo>
                <a:cubicBezTo>
                  <a:pt x="4525355" y="870086"/>
                  <a:pt x="4485280" y="886164"/>
                  <a:pt x="4509836" y="1134592"/>
                </a:cubicBezTo>
                <a:cubicBezTo>
                  <a:pt x="4534392" y="1383020"/>
                  <a:pt x="4502118" y="1555749"/>
                  <a:pt x="4509836" y="1754523"/>
                </a:cubicBezTo>
                <a:cubicBezTo>
                  <a:pt x="4407694" y="1741707"/>
                  <a:pt x="4127259" y="1749150"/>
                  <a:pt x="4000869" y="1754523"/>
                </a:cubicBezTo>
                <a:cubicBezTo>
                  <a:pt x="3874479" y="1759896"/>
                  <a:pt x="3559448" y="1764174"/>
                  <a:pt x="3401705" y="1754523"/>
                </a:cubicBezTo>
                <a:cubicBezTo>
                  <a:pt x="3243962" y="1744872"/>
                  <a:pt x="3016053" y="1780339"/>
                  <a:pt x="2847639" y="1754523"/>
                </a:cubicBezTo>
                <a:cubicBezTo>
                  <a:pt x="2679225" y="1728707"/>
                  <a:pt x="2271018" y="1751326"/>
                  <a:pt x="2113180" y="1754523"/>
                </a:cubicBezTo>
                <a:cubicBezTo>
                  <a:pt x="1955342" y="1757720"/>
                  <a:pt x="1783801" y="1772377"/>
                  <a:pt x="1559115" y="1754523"/>
                </a:cubicBezTo>
                <a:cubicBezTo>
                  <a:pt x="1334429" y="1736669"/>
                  <a:pt x="1109560" y="1773827"/>
                  <a:pt x="914852" y="1754523"/>
                </a:cubicBezTo>
                <a:cubicBezTo>
                  <a:pt x="720144" y="1735219"/>
                  <a:pt x="433218" y="1747246"/>
                  <a:pt x="0" y="1754523"/>
                </a:cubicBezTo>
                <a:cubicBezTo>
                  <a:pt x="16529" y="1542294"/>
                  <a:pt x="18755" y="1422823"/>
                  <a:pt x="0" y="1152137"/>
                </a:cubicBezTo>
                <a:cubicBezTo>
                  <a:pt x="-18755" y="881451"/>
                  <a:pt x="8311" y="723666"/>
                  <a:pt x="0" y="584841"/>
                </a:cubicBezTo>
                <a:cubicBezTo>
                  <a:pt x="-8311" y="446016"/>
                  <a:pt x="-13177" y="200150"/>
                  <a:pt x="0" y="0"/>
                </a:cubicBezTo>
                <a:close/>
              </a:path>
              <a:path w="4509836" h="1754523" stroke="0" extrusionOk="0">
                <a:moveTo>
                  <a:pt x="0" y="0"/>
                </a:moveTo>
                <a:cubicBezTo>
                  <a:pt x="131358" y="20805"/>
                  <a:pt x="335559" y="-19965"/>
                  <a:pt x="599164" y="0"/>
                </a:cubicBezTo>
                <a:cubicBezTo>
                  <a:pt x="862769" y="19965"/>
                  <a:pt x="887582" y="-15146"/>
                  <a:pt x="1153229" y="0"/>
                </a:cubicBezTo>
                <a:cubicBezTo>
                  <a:pt x="1418876" y="15146"/>
                  <a:pt x="1565175" y="-25280"/>
                  <a:pt x="1707295" y="0"/>
                </a:cubicBezTo>
                <a:cubicBezTo>
                  <a:pt x="1849415" y="25280"/>
                  <a:pt x="2047227" y="17835"/>
                  <a:pt x="2216262" y="0"/>
                </a:cubicBezTo>
                <a:cubicBezTo>
                  <a:pt x="2385297" y="-17835"/>
                  <a:pt x="2486580" y="24027"/>
                  <a:pt x="2725229" y="0"/>
                </a:cubicBezTo>
                <a:cubicBezTo>
                  <a:pt x="2963878" y="-24027"/>
                  <a:pt x="3003830" y="8218"/>
                  <a:pt x="3234197" y="0"/>
                </a:cubicBezTo>
                <a:cubicBezTo>
                  <a:pt x="3464564" y="-8218"/>
                  <a:pt x="3593959" y="27816"/>
                  <a:pt x="3923557" y="0"/>
                </a:cubicBezTo>
                <a:cubicBezTo>
                  <a:pt x="4253155" y="-27816"/>
                  <a:pt x="4243479" y="27785"/>
                  <a:pt x="4509836" y="0"/>
                </a:cubicBezTo>
                <a:cubicBezTo>
                  <a:pt x="4489779" y="173889"/>
                  <a:pt x="4523550" y="307748"/>
                  <a:pt x="4509836" y="549751"/>
                </a:cubicBezTo>
                <a:cubicBezTo>
                  <a:pt x="4496122" y="791754"/>
                  <a:pt x="4530507" y="892973"/>
                  <a:pt x="4509836" y="1099501"/>
                </a:cubicBezTo>
                <a:cubicBezTo>
                  <a:pt x="4489166" y="1306029"/>
                  <a:pt x="4498825" y="1525348"/>
                  <a:pt x="4509836" y="1754523"/>
                </a:cubicBezTo>
                <a:cubicBezTo>
                  <a:pt x="4342439" y="1728998"/>
                  <a:pt x="4070752" y="1744629"/>
                  <a:pt x="3955770" y="1754523"/>
                </a:cubicBezTo>
                <a:cubicBezTo>
                  <a:pt x="3840788" y="1764417"/>
                  <a:pt x="3633663" y="1775292"/>
                  <a:pt x="3401705" y="1754523"/>
                </a:cubicBezTo>
                <a:cubicBezTo>
                  <a:pt x="3169748" y="1733754"/>
                  <a:pt x="2908275" y="1747588"/>
                  <a:pt x="2712344" y="1754523"/>
                </a:cubicBezTo>
                <a:cubicBezTo>
                  <a:pt x="2516413" y="1761458"/>
                  <a:pt x="2303569" y="1787884"/>
                  <a:pt x="2022984" y="1754523"/>
                </a:cubicBezTo>
                <a:cubicBezTo>
                  <a:pt x="1742399" y="1721162"/>
                  <a:pt x="1659557" y="1724597"/>
                  <a:pt x="1423820" y="1754523"/>
                </a:cubicBezTo>
                <a:cubicBezTo>
                  <a:pt x="1188083" y="1784449"/>
                  <a:pt x="875200" y="1753663"/>
                  <a:pt x="689361" y="1754523"/>
                </a:cubicBezTo>
                <a:cubicBezTo>
                  <a:pt x="503522" y="1755383"/>
                  <a:pt x="232060" y="1779946"/>
                  <a:pt x="0" y="1754523"/>
                </a:cubicBezTo>
                <a:cubicBezTo>
                  <a:pt x="-27594" y="1566231"/>
                  <a:pt x="9055" y="1404555"/>
                  <a:pt x="0" y="1187227"/>
                </a:cubicBezTo>
                <a:cubicBezTo>
                  <a:pt x="-9055" y="969899"/>
                  <a:pt x="-13868" y="815265"/>
                  <a:pt x="0" y="655022"/>
                </a:cubicBezTo>
                <a:cubicBezTo>
                  <a:pt x="13868" y="494780"/>
                  <a:pt x="-30547" y="314009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buNone/>
            </a:pPr>
            <a:r>
              <a:rPr lang="hu-HU" sz="4000" dirty="0">
                <a:solidFill>
                  <a:schemeClr val="bg1"/>
                </a:solidFill>
              </a:rPr>
              <a:t>Murányi Sándor</a:t>
            </a:r>
            <a:endParaRPr lang="hu-HU" dirty="0">
              <a:solidFill>
                <a:schemeClr val="bg1"/>
              </a:solidFill>
            </a:endParaRPr>
          </a:p>
          <a:p>
            <a:pPr marL="0" indent="0" algn="ctr">
              <a:lnSpc>
                <a:spcPct val="190000"/>
              </a:lnSpc>
              <a:buNone/>
            </a:pPr>
            <a:r>
              <a:rPr lang="hu-HU" sz="4000" dirty="0">
                <a:solidFill>
                  <a:schemeClr val="bg1"/>
                </a:solidFill>
              </a:rPr>
              <a:t>Mentorunk</a:t>
            </a:r>
          </a:p>
          <a:p>
            <a:pPr marL="0" indent="0" algn="ctr">
              <a:lnSpc>
                <a:spcPct val="170000"/>
              </a:lnSpc>
              <a:buNone/>
            </a:pP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8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2134D7A8-BE7B-5B16-7C77-CE25D9988F08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784507F5-9253-FC44-89D1-08FE98848162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chemeClr val="bg1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Módosító kártya</a:t>
            </a:r>
            <a:r>
              <a:rPr lang="hu-HU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Arany</a:t>
            </a:r>
            <a:endParaRPr lang="en-US" b="1" i="1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50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EAA46-AA5D-C4EE-C9A2-F7DC3B59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AA99B2F0-96DD-F255-350F-4D52162F2D62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</a:p>
        </p:txBody>
      </p:sp>
      <p:pic>
        <p:nvPicPr>
          <p:cNvPr id="2" name="Kép 1" descr="A képen képernyőkép, Grafika, művészet, rajzfilm látható&#10;&#10;Lehet, hogy az AI által létrehozott tartalom helytelen.">
            <a:extLst>
              <a:ext uri="{FF2B5EF4-FFF2-40B4-BE49-F238E27FC236}">
                <a16:creationId xmlns:a16="http://schemas.microsoft.com/office/drawing/2014/main" id="{719B7D79-65D4-F224-460F-AE1D99DEF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60000">
            <a:off x="6112710" y="2135481"/>
            <a:ext cx="3601953" cy="366010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id="{79495A6E-1C33-ABA9-E59A-31B7E46B4CD5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rgbClr val="FF0000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Módosító kártya</a:t>
            </a:r>
            <a:r>
              <a:rPr lang="hu-HU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Arany</a:t>
            </a:r>
            <a:endParaRPr lang="en-US" b="1" i="1" dirty="0">
              <a:latin typeface="Aptos"/>
              <a:ea typeface="Segoe UI"/>
              <a:cs typeface="Segoe UI"/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86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B6095-CA58-4073-298D-62155236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E600661E-5934-9D25-BE63-9883079F5A8F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</a:p>
        </p:txBody>
      </p:sp>
      <p:pic>
        <p:nvPicPr>
          <p:cNvPr id="2" name="Kép 1" descr="A képen szimbólum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5C39E8EE-5452-1281-700F-5EC646AB9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556" y="2973556"/>
            <a:ext cx="3546808" cy="17831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artalom helye 2">
            <a:extLst>
              <a:ext uri="{FF2B5EF4-FFF2-40B4-BE49-F238E27FC236}">
                <a16:creationId xmlns:a16="http://schemas.microsoft.com/office/drawing/2014/main" id="{7D7380D7-B3C2-C011-8AFB-FFB7070ABA2B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chemeClr val="bg1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Módosító kártya​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Arany</a:t>
            </a:r>
            <a:endParaRPr lang="en-US" b="1" i="1" dirty="0">
              <a:latin typeface="Aptos"/>
              <a:ea typeface="Segoe UI"/>
              <a:cs typeface="Segoe UI"/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72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A1CF3-F508-54CD-A30C-B5E9B3E8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6B43BC71-29E3-5C59-EADB-56023E7659AA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  <a:endParaRPr lang="hu-HU" dirty="0"/>
          </a:p>
        </p:txBody>
      </p:sp>
      <p:pic>
        <p:nvPicPr>
          <p:cNvPr id="2" name="Kép 1" descr="A képen Csendélet-fényképezés, étel, gyümölcs, csendélet látható&#10;&#10;Lehet, hogy az AI által létrehozott tartalom helytelen.">
            <a:extLst>
              <a:ext uri="{FF2B5EF4-FFF2-40B4-BE49-F238E27FC236}">
                <a16:creationId xmlns:a16="http://schemas.microsoft.com/office/drawing/2014/main" id="{F1279F9E-6F69-FD08-DDC0-91F4CC68E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06" y="2317833"/>
            <a:ext cx="3749341" cy="328512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id="{A0C7C32F-DA86-D754-F9F4-36E15904CDBF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chemeClr val="bg1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Módosító kártya</a:t>
            </a:r>
            <a:r>
              <a:rPr lang="hu-HU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Arany</a:t>
            </a:r>
            <a:endParaRPr lang="en-US" b="1" i="1" dirty="0">
              <a:latin typeface="Aptos"/>
              <a:ea typeface="Segoe UI"/>
              <a:cs typeface="Segoe UI"/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8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4B66F-D3E7-9DC6-211D-BE5EF01F5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1A882402-A5BA-B6A6-3782-6E339C9ED097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  <a:endParaRPr lang="hu-HU" dirty="0"/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81BA87D4-A062-C64F-F1CB-B95B626BB40B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chemeClr val="bg1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Módosító kártya</a:t>
            </a:r>
            <a:r>
              <a:rPr lang="hu-HU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Arany</a:t>
            </a:r>
            <a:endParaRPr lang="en-US" b="1" i="1" dirty="0">
              <a:solidFill>
                <a:srgbClr val="FF0000"/>
              </a:solidFill>
              <a:latin typeface="Aptos"/>
              <a:ea typeface="Segoe UI"/>
              <a:cs typeface="Segoe UI"/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chemeClr val="bg1"/>
              </a:solidFill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3B62A9C-8F20-3B33-9E75-819EFFEC5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63" y="3430504"/>
            <a:ext cx="2765257" cy="8893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7524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6AF57-3FDF-096E-9932-8EE33C60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BB6A67B1-0E2D-6D03-6AF7-6D1297769A07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Játékszabályok</a:t>
            </a:r>
            <a:endParaRPr lang="hu-HU" dirty="0"/>
          </a:p>
        </p:txBody>
      </p:sp>
      <p:pic>
        <p:nvPicPr>
          <p:cNvPr id="2" name="Kép 1" descr="A képen képernyőkép, Téglalap, szöveg, zöld látható&#10;&#10;Lehet, hogy az AI által létrehozott tartalom helytelen.">
            <a:extLst>
              <a:ext uri="{FF2B5EF4-FFF2-40B4-BE49-F238E27FC236}">
                <a16:creationId xmlns:a16="http://schemas.microsoft.com/office/drawing/2014/main" id="{2045A63B-F218-ECB3-6064-D8B2644DF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617" y="1969670"/>
            <a:ext cx="7410450" cy="3981450"/>
          </a:xfrm>
          <a:prstGeom prst="rect">
            <a:avLst/>
          </a:prstGeom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id="{DB5B5682-FFB7-63DF-BFFC-D0A0A9F5E6C8}"/>
              </a:ext>
            </a:extLst>
          </p:cNvPr>
          <p:cNvSpPr txBox="1">
            <a:spLocks/>
          </p:cNvSpPr>
          <p:nvPr/>
        </p:nvSpPr>
        <p:spPr>
          <a:xfrm>
            <a:off x="537411" y="2016126"/>
            <a:ext cx="3216440" cy="4147385"/>
          </a:xfrm>
          <a:custGeom>
            <a:avLst/>
            <a:gdLst>
              <a:gd name="csX0" fmla="*/ 0 w 3216440"/>
              <a:gd name="csY0" fmla="*/ 0 h 4147385"/>
              <a:gd name="csX1" fmla="*/ 707617 w 3216440"/>
              <a:gd name="csY1" fmla="*/ 0 h 4147385"/>
              <a:gd name="csX2" fmla="*/ 1383069 w 3216440"/>
              <a:gd name="csY2" fmla="*/ 0 h 4147385"/>
              <a:gd name="csX3" fmla="*/ 2026357 w 3216440"/>
              <a:gd name="csY3" fmla="*/ 0 h 4147385"/>
              <a:gd name="csX4" fmla="*/ 3216440 w 3216440"/>
              <a:gd name="csY4" fmla="*/ 0 h 4147385"/>
              <a:gd name="csX5" fmla="*/ 3216440 w 3216440"/>
              <a:gd name="csY5" fmla="*/ 566809 h 4147385"/>
              <a:gd name="csX6" fmla="*/ 3216440 w 3216440"/>
              <a:gd name="csY6" fmla="*/ 1216566 h 4147385"/>
              <a:gd name="csX7" fmla="*/ 3216440 w 3216440"/>
              <a:gd name="csY7" fmla="*/ 1907797 h 4147385"/>
              <a:gd name="csX8" fmla="*/ 3216440 w 3216440"/>
              <a:gd name="csY8" fmla="*/ 2640502 h 4147385"/>
              <a:gd name="csX9" fmla="*/ 3216440 w 3216440"/>
              <a:gd name="csY9" fmla="*/ 3331733 h 4147385"/>
              <a:gd name="csX10" fmla="*/ 3216440 w 3216440"/>
              <a:gd name="csY10" fmla="*/ 4147385 h 4147385"/>
              <a:gd name="csX11" fmla="*/ 2508823 w 3216440"/>
              <a:gd name="csY11" fmla="*/ 4147385 h 4147385"/>
              <a:gd name="csX12" fmla="*/ 1897700 w 3216440"/>
              <a:gd name="csY12" fmla="*/ 4147385 h 4147385"/>
              <a:gd name="csX13" fmla="*/ 1254412 w 3216440"/>
              <a:gd name="csY13" fmla="*/ 4147385 h 4147385"/>
              <a:gd name="csX14" fmla="*/ 0 w 3216440"/>
              <a:gd name="csY14" fmla="*/ 4147385 h 4147385"/>
              <a:gd name="csX15" fmla="*/ 0 w 3216440"/>
              <a:gd name="csY15" fmla="*/ 3497628 h 4147385"/>
              <a:gd name="csX16" fmla="*/ 0 w 3216440"/>
              <a:gd name="csY16" fmla="*/ 2806397 h 4147385"/>
              <a:gd name="csX17" fmla="*/ 0 w 3216440"/>
              <a:gd name="csY17" fmla="*/ 2032219 h 4147385"/>
              <a:gd name="csX18" fmla="*/ 0 w 3216440"/>
              <a:gd name="csY18" fmla="*/ 1423936 h 4147385"/>
              <a:gd name="csX19" fmla="*/ 0 w 3216440"/>
              <a:gd name="csY19" fmla="*/ 649757 h 4147385"/>
              <a:gd name="csX20" fmla="*/ 0 w 3216440"/>
              <a:gd name="csY20" fmla="*/ 0 h 4147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16440" h="4147385" fill="none" extrusionOk="0">
                <a:moveTo>
                  <a:pt x="0" y="0"/>
                </a:moveTo>
                <a:cubicBezTo>
                  <a:pt x="287142" y="33967"/>
                  <a:pt x="540247" y="-20223"/>
                  <a:pt x="707617" y="0"/>
                </a:cubicBezTo>
                <a:cubicBezTo>
                  <a:pt x="874987" y="20223"/>
                  <a:pt x="1247842" y="-2902"/>
                  <a:pt x="1383069" y="0"/>
                </a:cubicBezTo>
                <a:cubicBezTo>
                  <a:pt x="1518296" y="2902"/>
                  <a:pt x="1881903" y="-8572"/>
                  <a:pt x="2026357" y="0"/>
                </a:cubicBezTo>
                <a:cubicBezTo>
                  <a:pt x="2170811" y="8572"/>
                  <a:pt x="2858663" y="-20716"/>
                  <a:pt x="3216440" y="0"/>
                </a:cubicBezTo>
                <a:cubicBezTo>
                  <a:pt x="3196368" y="124372"/>
                  <a:pt x="3237213" y="343262"/>
                  <a:pt x="3216440" y="566809"/>
                </a:cubicBezTo>
                <a:cubicBezTo>
                  <a:pt x="3195667" y="790356"/>
                  <a:pt x="3242025" y="984945"/>
                  <a:pt x="3216440" y="1216566"/>
                </a:cubicBezTo>
                <a:cubicBezTo>
                  <a:pt x="3190855" y="1448187"/>
                  <a:pt x="3184101" y="1760716"/>
                  <a:pt x="3216440" y="1907797"/>
                </a:cubicBezTo>
                <a:cubicBezTo>
                  <a:pt x="3248779" y="2054878"/>
                  <a:pt x="3213842" y="2342453"/>
                  <a:pt x="3216440" y="2640502"/>
                </a:cubicBezTo>
                <a:cubicBezTo>
                  <a:pt x="3219038" y="2938552"/>
                  <a:pt x="3248930" y="3135974"/>
                  <a:pt x="3216440" y="3331733"/>
                </a:cubicBezTo>
                <a:cubicBezTo>
                  <a:pt x="3183950" y="3527492"/>
                  <a:pt x="3190765" y="3963683"/>
                  <a:pt x="3216440" y="4147385"/>
                </a:cubicBezTo>
                <a:cubicBezTo>
                  <a:pt x="2915914" y="4124981"/>
                  <a:pt x="2668744" y="4127989"/>
                  <a:pt x="2508823" y="4147385"/>
                </a:cubicBezTo>
                <a:cubicBezTo>
                  <a:pt x="2348902" y="4166781"/>
                  <a:pt x="2118270" y="4153496"/>
                  <a:pt x="1897700" y="4147385"/>
                </a:cubicBezTo>
                <a:cubicBezTo>
                  <a:pt x="1677130" y="4141274"/>
                  <a:pt x="1486272" y="4175859"/>
                  <a:pt x="1254412" y="4147385"/>
                </a:cubicBezTo>
                <a:cubicBezTo>
                  <a:pt x="1022552" y="4118911"/>
                  <a:pt x="573315" y="4103297"/>
                  <a:pt x="0" y="4147385"/>
                </a:cubicBezTo>
                <a:cubicBezTo>
                  <a:pt x="-24618" y="3962662"/>
                  <a:pt x="-11448" y="3733247"/>
                  <a:pt x="0" y="3497628"/>
                </a:cubicBezTo>
                <a:cubicBezTo>
                  <a:pt x="11448" y="3262009"/>
                  <a:pt x="4038" y="3127684"/>
                  <a:pt x="0" y="2806397"/>
                </a:cubicBezTo>
                <a:cubicBezTo>
                  <a:pt x="-4038" y="2485110"/>
                  <a:pt x="19515" y="2269321"/>
                  <a:pt x="0" y="2032219"/>
                </a:cubicBezTo>
                <a:cubicBezTo>
                  <a:pt x="-19515" y="1795117"/>
                  <a:pt x="14586" y="1628189"/>
                  <a:pt x="0" y="1423936"/>
                </a:cubicBezTo>
                <a:cubicBezTo>
                  <a:pt x="-14586" y="1219683"/>
                  <a:pt x="27154" y="891522"/>
                  <a:pt x="0" y="649757"/>
                </a:cubicBezTo>
                <a:cubicBezTo>
                  <a:pt x="-27154" y="407992"/>
                  <a:pt x="24048" y="202469"/>
                  <a:pt x="0" y="0"/>
                </a:cubicBezTo>
                <a:close/>
              </a:path>
              <a:path w="3216440" h="4147385" stroke="0" extrusionOk="0">
                <a:moveTo>
                  <a:pt x="0" y="0"/>
                </a:moveTo>
                <a:cubicBezTo>
                  <a:pt x="212961" y="-6428"/>
                  <a:pt x="306359" y="-18599"/>
                  <a:pt x="546795" y="0"/>
                </a:cubicBezTo>
                <a:cubicBezTo>
                  <a:pt x="787231" y="18599"/>
                  <a:pt x="951379" y="9032"/>
                  <a:pt x="1125754" y="0"/>
                </a:cubicBezTo>
                <a:cubicBezTo>
                  <a:pt x="1300129" y="-9032"/>
                  <a:pt x="1478911" y="17477"/>
                  <a:pt x="1769042" y="0"/>
                </a:cubicBezTo>
                <a:cubicBezTo>
                  <a:pt x="2059173" y="-17477"/>
                  <a:pt x="2225904" y="-2988"/>
                  <a:pt x="2412330" y="0"/>
                </a:cubicBezTo>
                <a:cubicBezTo>
                  <a:pt x="2598756" y="2988"/>
                  <a:pt x="2841499" y="-5837"/>
                  <a:pt x="3216440" y="0"/>
                </a:cubicBezTo>
                <a:cubicBezTo>
                  <a:pt x="3221420" y="377140"/>
                  <a:pt x="3244760" y="617740"/>
                  <a:pt x="3216440" y="774179"/>
                </a:cubicBezTo>
                <a:cubicBezTo>
                  <a:pt x="3188120" y="930618"/>
                  <a:pt x="3225696" y="1320445"/>
                  <a:pt x="3216440" y="1506883"/>
                </a:cubicBezTo>
                <a:cubicBezTo>
                  <a:pt x="3207184" y="1693321"/>
                  <a:pt x="3223732" y="1947055"/>
                  <a:pt x="3216440" y="2073692"/>
                </a:cubicBezTo>
                <a:cubicBezTo>
                  <a:pt x="3209148" y="2200329"/>
                  <a:pt x="3215583" y="2460354"/>
                  <a:pt x="3216440" y="2640502"/>
                </a:cubicBezTo>
                <a:cubicBezTo>
                  <a:pt x="3217298" y="2820650"/>
                  <a:pt x="3200499" y="3077869"/>
                  <a:pt x="3216440" y="3290259"/>
                </a:cubicBezTo>
                <a:cubicBezTo>
                  <a:pt x="3232381" y="3502649"/>
                  <a:pt x="3213143" y="3846930"/>
                  <a:pt x="3216440" y="4147385"/>
                </a:cubicBezTo>
                <a:cubicBezTo>
                  <a:pt x="2999909" y="4179385"/>
                  <a:pt x="2711209" y="4120309"/>
                  <a:pt x="2508823" y="4147385"/>
                </a:cubicBezTo>
                <a:cubicBezTo>
                  <a:pt x="2306437" y="4174461"/>
                  <a:pt x="2154914" y="4136983"/>
                  <a:pt x="1962028" y="4147385"/>
                </a:cubicBezTo>
                <a:cubicBezTo>
                  <a:pt x="1769143" y="4157787"/>
                  <a:pt x="1510396" y="4125169"/>
                  <a:pt x="1254412" y="4147385"/>
                </a:cubicBezTo>
                <a:cubicBezTo>
                  <a:pt x="998428" y="4169601"/>
                  <a:pt x="938319" y="4142643"/>
                  <a:pt x="643288" y="4147385"/>
                </a:cubicBezTo>
                <a:cubicBezTo>
                  <a:pt x="348257" y="4152127"/>
                  <a:pt x="185784" y="4171254"/>
                  <a:pt x="0" y="4147385"/>
                </a:cubicBezTo>
                <a:cubicBezTo>
                  <a:pt x="23928" y="3999183"/>
                  <a:pt x="-16840" y="3822991"/>
                  <a:pt x="0" y="3580576"/>
                </a:cubicBezTo>
                <a:cubicBezTo>
                  <a:pt x="16840" y="3338161"/>
                  <a:pt x="-30057" y="3178607"/>
                  <a:pt x="0" y="2972293"/>
                </a:cubicBezTo>
                <a:cubicBezTo>
                  <a:pt x="30057" y="2765979"/>
                  <a:pt x="22533" y="2365679"/>
                  <a:pt x="0" y="2198114"/>
                </a:cubicBezTo>
                <a:cubicBezTo>
                  <a:pt x="-22533" y="2030549"/>
                  <a:pt x="18862" y="1771452"/>
                  <a:pt x="0" y="1589831"/>
                </a:cubicBezTo>
                <a:cubicBezTo>
                  <a:pt x="-18862" y="1408210"/>
                  <a:pt x="-1870" y="1117292"/>
                  <a:pt x="0" y="857126"/>
                </a:cubicBezTo>
                <a:cubicBezTo>
                  <a:pt x="1870" y="596961"/>
                  <a:pt x="596" y="368450"/>
                  <a:pt x="0" y="0"/>
                </a:cubicBezTo>
                <a:close/>
              </a:path>
            </a:pathLst>
          </a:custGeom>
          <a:solidFill>
            <a:srgbClr val="000000">
              <a:alpha val="53000"/>
            </a:srgbClr>
          </a:solidFill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5771591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Pontkártya​</a:t>
            </a:r>
            <a:endParaRPr lang="hu-HU" b="1" i="1">
              <a:solidFill>
                <a:schemeClr val="bg1"/>
              </a:solidFill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Módosító kártya</a:t>
            </a:r>
            <a:r>
              <a:rPr lang="hu-HU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Passzolás</a:t>
            </a:r>
            <a:r>
              <a:rPr lang="en-US" b="1" i="1" dirty="0">
                <a:latin typeface="Aptos"/>
                <a:ea typeface="Segoe UI"/>
                <a:cs typeface="Segoe UI"/>
              </a:rPr>
              <a:t>​</a:t>
            </a: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Arany</a:t>
            </a:r>
            <a:endParaRPr lang="en-US" b="1" i="1" dirty="0">
              <a:latin typeface="Aptos"/>
              <a:ea typeface="Segoe UI"/>
              <a:cs typeface="Segoe UI"/>
            </a:endParaRPr>
          </a:p>
          <a:p>
            <a:pPr marL="0" indent="0" algn="ctr">
              <a:lnSpc>
                <a:spcPts val="5475"/>
              </a:lnSpc>
              <a:buFont typeface="Arial" panose="020B0604020202020204" pitchFamily="34" charset="0"/>
              <a:buNone/>
            </a:pPr>
            <a:r>
              <a:rPr lang="hu-HU" b="1" i="1" dirty="0">
                <a:solidFill>
                  <a:srgbClr val="FF0000"/>
                </a:solidFill>
                <a:latin typeface="Aptos"/>
                <a:ea typeface="Segoe UI"/>
                <a:cs typeface="Segoe UI"/>
              </a:rPr>
              <a:t>Bolt</a:t>
            </a:r>
            <a:endParaRPr lang="hu-H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7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1">
            <a:extLst>
              <a:ext uri="{FF2B5EF4-FFF2-40B4-BE49-F238E27FC236}">
                <a16:creationId xmlns:a16="http://schemas.microsoft.com/office/drawing/2014/main" id="{4826DAFD-3F53-EAE5-5E9A-D8280B521434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Élő demó</a:t>
            </a:r>
          </a:p>
        </p:txBody>
      </p:sp>
      <p:pic>
        <p:nvPicPr>
          <p:cNvPr id="2" name="Kép 1" descr="Discord Wordmark Color Logo PNG Vector">
            <a:extLst>
              <a:ext uri="{FF2B5EF4-FFF2-40B4-BE49-F238E27FC236}">
                <a16:creationId xmlns:a16="http://schemas.microsoft.com/office/drawing/2014/main" id="{F2FE7C27-F2E2-3415-CAE1-07FF094CC9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423" r="233" b="36364"/>
          <a:stretch>
            <a:fillRect/>
          </a:stretch>
        </p:blipFill>
        <p:spPr>
          <a:xfrm>
            <a:off x="4127882" y="3326892"/>
            <a:ext cx="3936243" cy="1073698"/>
          </a:xfrm>
          <a:custGeom>
            <a:avLst/>
            <a:gdLst>
              <a:gd name="csX0" fmla="*/ 0 w 3936243"/>
              <a:gd name="csY0" fmla="*/ 0 h 1073698"/>
              <a:gd name="csX1" fmla="*/ 656041 w 3936243"/>
              <a:gd name="csY1" fmla="*/ 0 h 1073698"/>
              <a:gd name="csX2" fmla="*/ 1193994 w 3936243"/>
              <a:gd name="csY2" fmla="*/ 0 h 1073698"/>
              <a:gd name="csX3" fmla="*/ 1928759 w 3936243"/>
              <a:gd name="csY3" fmla="*/ 0 h 1073698"/>
              <a:gd name="csX4" fmla="*/ 2466712 w 3936243"/>
              <a:gd name="csY4" fmla="*/ 0 h 1073698"/>
              <a:gd name="csX5" fmla="*/ 3004665 w 3936243"/>
              <a:gd name="csY5" fmla="*/ 0 h 1073698"/>
              <a:gd name="csX6" fmla="*/ 3936243 w 3936243"/>
              <a:gd name="csY6" fmla="*/ 0 h 1073698"/>
              <a:gd name="csX7" fmla="*/ 3936243 w 3936243"/>
              <a:gd name="csY7" fmla="*/ 547586 h 1073698"/>
              <a:gd name="csX8" fmla="*/ 3936243 w 3936243"/>
              <a:gd name="csY8" fmla="*/ 1073698 h 1073698"/>
              <a:gd name="csX9" fmla="*/ 3240840 w 3936243"/>
              <a:gd name="csY9" fmla="*/ 1073698 h 1073698"/>
              <a:gd name="csX10" fmla="*/ 2584800 w 3936243"/>
              <a:gd name="csY10" fmla="*/ 1073698 h 1073698"/>
              <a:gd name="csX11" fmla="*/ 2046846 w 3936243"/>
              <a:gd name="csY11" fmla="*/ 1073698 h 1073698"/>
              <a:gd name="csX12" fmla="*/ 1430168 w 3936243"/>
              <a:gd name="csY12" fmla="*/ 1073698 h 1073698"/>
              <a:gd name="csX13" fmla="*/ 813490 w 3936243"/>
              <a:gd name="csY13" fmla="*/ 1073698 h 1073698"/>
              <a:gd name="csX14" fmla="*/ 0 w 3936243"/>
              <a:gd name="csY14" fmla="*/ 1073698 h 1073698"/>
              <a:gd name="csX15" fmla="*/ 0 w 3936243"/>
              <a:gd name="csY15" fmla="*/ 547586 h 1073698"/>
              <a:gd name="csX16" fmla="*/ 0 w 3936243"/>
              <a:gd name="csY16" fmla="*/ 0 h 1073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936243" h="1073698" fill="none" extrusionOk="0">
                <a:moveTo>
                  <a:pt x="0" y="0"/>
                </a:moveTo>
                <a:cubicBezTo>
                  <a:pt x="229008" y="-6596"/>
                  <a:pt x="421359" y="-25725"/>
                  <a:pt x="656041" y="0"/>
                </a:cubicBezTo>
                <a:cubicBezTo>
                  <a:pt x="890723" y="25725"/>
                  <a:pt x="1046388" y="-4705"/>
                  <a:pt x="1193994" y="0"/>
                </a:cubicBezTo>
                <a:cubicBezTo>
                  <a:pt x="1341600" y="4705"/>
                  <a:pt x="1698115" y="21474"/>
                  <a:pt x="1928759" y="0"/>
                </a:cubicBezTo>
                <a:cubicBezTo>
                  <a:pt x="2159404" y="-21474"/>
                  <a:pt x="2314326" y="5089"/>
                  <a:pt x="2466712" y="0"/>
                </a:cubicBezTo>
                <a:cubicBezTo>
                  <a:pt x="2619098" y="-5089"/>
                  <a:pt x="2737336" y="-5982"/>
                  <a:pt x="3004665" y="0"/>
                </a:cubicBezTo>
                <a:cubicBezTo>
                  <a:pt x="3271994" y="5982"/>
                  <a:pt x="3666966" y="-17247"/>
                  <a:pt x="3936243" y="0"/>
                </a:cubicBezTo>
                <a:cubicBezTo>
                  <a:pt x="3942330" y="251350"/>
                  <a:pt x="3951844" y="314615"/>
                  <a:pt x="3936243" y="547586"/>
                </a:cubicBezTo>
                <a:cubicBezTo>
                  <a:pt x="3920642" y="780557"/>
                  <a:pt x="3921598" y="905819"/>
                  <a:pt x="3936243" y="1073698"/>
                </a:cubicBezTo>
                <a:cubicBezTo>
                  <a:pt x="3787402" y="1060124"/>
                  <a:pt x="3522706" y="1041171"/>
                  <a:pt x="3240840" y="1073698"/>
                </a:cubicBezTo>
                <a:cubicBezTo>
                  <a:pt x="2958974" y="1106225"/>
                  <a:pt x="2903055" y="1071075"/>
                  <a:pt x="2584800" y="1073698"/>
                </a:cubicBezTo>
                <a:cubicBezTo>
                  <a:pt x="2266545" y="1076321"/>
                  <a:pt x="2238007" y="1099317"/>
                  <a:pt x="2046846" y="1073698"/>
                </a:cubicBezTo>
                <a:cubicBezTo>
                  <a:pt x="1855685" y="1048079"/>
                  <a:pt x="1586315" y="1104315"/>
                  <a:pt x="1430168" y="1073698"/>
                </a:cubicBezTo>
                <a:cubicBezTo>
                  <a:pt x="1274021" y="1043081"/>
                  <a:pt x="1085446" y="1078857"/>
                  <a:pt x="813490" y="1073698"/>
                </a:cubicBezTo>
                <a:cubicBezTo>
                  <a:pt x="541534" y="1068539"/>
                  <a:pt x="222912" y="1077648"/>
                  <a:pt x="0" y="1073698"/>
                </a:cubicBezTo>
                <a:cubicBezTo>
                  <a:pt x="-15506" y="926964"/>
                  <a:pt x="10291" y="727155"/>
                  <a:pt x="0" y="547586"/>
                </a:cubicBezTo>
                <a:cubicBezTo>
                  <a:pt x="-10291" y="368017"/>
                  <a:pt x="10122" y="127800"/>
                  <a:pt x="0" y="0"/>
                </a:cubicBezTo>
                <a:close/>
              </a:path>
              <a:path w="3936243" h="1073698" stroke="0" extrusionOk="0">
                <a:moveTo>
                  <a:pt x="0" y="0"/>
                </a:moveTo>
                <a:cubicBezTo>
                  <a:pt x="209543" y="-5943"/>
                  <a:pt x="334955" y="-14925"/>
                  <a:pt x="537953" y="0"/>
                </a:cubicBezTo>
                <a:cubicBezTo>
                  <a:pt x="740951" y="14925"/>
                  <a:pt x="913657" y="21530"/>
                  <a:pt x="1272719" y="0"/>
                </a:cubicBezTo>
                <a:cubicBezTo>
                  <a:pt x="1631781" y="-21530"/>
                  <a:pt x="1617082" y="-13450"/>
                  <a:pt x="1928759" y="0"/>
                </a:cubicBezTo>
                <a:cubicBezTo>
                  <a:pt x="2240436" y="13450"/>
                  <a:pt x="2256910" y="20857"/>
                  <a:pt x="2506075" y="0"/>
                </a:cubicBezTo>
                <a:cubicBezTo>
                  <a:pt x="2755240" y="-20857"/>
                  <a:pt x="2889232" y="10903"/>
                  <a:pt x="3162115" y="0"/>
                </a:cubicBezTo>
                <a:cubicBezTo>
                  <a:pt x="3434998" y="-10903"/>
                  <a:pt x="3726666" y="-17797"/>
                  <a:pt x="3936243" y="0"/>
                </a:cubicBezTo>
                <a:cubicBezTo>
                  <a:pt x="3934998" y="256299"/>
                  <a:pt x="3917281" y="302288"/>
                  <a:pt x="3936243" y="547586"/>
                </a:cubicBezTo>
                <a:cubicBezTo>
                  <a:pt x="3955205" y="792884"/>
                  <a:pt x="3961278" y="963504"/>
                  <a:pt x="3936243" y="1073698"/>
                </a:cubicBezTo>
                <a:cubicBezTo>
                  <a:pt x="3691480" y="1088548"/>
                  <a:pt x="3413635" y="1064605"/>
                  <a:pt x="3201478" y="1073698"/>
                </a:cubicBezTo>
                <a:cubicBezTo>
                  <a:pt x="2989322" y="1082791"/>
                  <a:pt x="2871424" y="1095707"/>
                  <a:pt x="2545437" y="1073698"/>
                </a:cubicBezTo>
                <a:cubicBezTo>
                  <a:pt x="2219450" y="1051689"/>
                  <a:pt x="2028034" y="1074229"/>
                  <a:pt x="1850034" y="1073698"/>
                </a:cubicBezTo>
                <a:cubicBezTo>
                  <a:pt x="1672034" y="1073167"/>
                  <a:pt x="1325799" y="1099150"/>
                  <a:pt x="1154631" y="1073698"/>
                </a:cubicBezTo>
                <a:cubicBezTo>
                  <a:pt x="983463" y="1048246"/>
                  <a:pt x="502528" y="1104143"/>
                  <a:pt x="0" y="1073698"/>
                </a:cubicBezTo>
                <a:cubicBezTo>
                  <a:pt x="1242" y="847404"/>
                  <a:pt x="-20210" y="775475"/>
                  <a:pt x="0" y="515375"/>
                </a:cubicBezTo>
                <a:cubicBezTo>
                  <a:pt x="20210" y="255275"/>
                  <a:pt x="-1812" y="163320"/>
                  <a:pt x="0" y="0"/>
                </a:cubicBezTo>
                <a:close/>
              </a:path>
            </a:pathLst>
          </a:custGeom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37734284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09437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CBAD569B-CED8-869A-0C66-7B6B8D8CF96C}"/>
              </a:ext>
            </a:extLst>
          </p:cNvPr>
          <p:cNvSpPr txBox="1">
            <a:spLocks/>
          </p:cNvSpPr>
          <p:nvPr/>
        </p:nvSpPr>
        <p:spPr>
          <a:xfrm>
            <a:off x="537412" y="214731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Összegzés, tapasztalatok</a:t>
            </a:r>
          </a:p>
        </p:txBody>
      </p:sp>
    </p:spTree>
    <p:extLst>
      <p:ext uri="{BB962C8B-B14F-4D97-AF65-F5344CB8AC3E}">
        <p14:creationId xmlns:p14="http://schemas.microsoft.com/office/powerpoint/2010/main" val="352719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5C86F-D743-710B-ED0D-1590AF4C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59AA2F5C-7D2A-97BB-9CEA-28B0E0D22EAE}"/>
              </a:ext>
            </a:extLst>
          </p:cNvPr>
          <p:cNvSpPr txBox="1">
            <a:spLocks/>
          </p:cNvSpPr>
          <p:nvPr/>
        </p:nvSpPr>
        <p:spPr>
          <a:xfrm>
            <a:off x="537412" y="2961942"/>
            <a:ext cx="11127204" cy="1074905"/>
          </a:xfrm>
          <a:custGeom>
            <a:avLst/>
            <a:gdLst>
              <a:gd name="csX0" fmla="*/ 0 w 11127204"/>
              <a:gd name="csY0" fmla="*/ 0 h 1074905"/>
              <a:gd name="csX1" fmla="*/ 472906 w 11127204"/>
              <a:gd name="csY1" fmla="*/ 0 h 1074905"/>
              <a:gd name="csX2" fmla="*/ 834540 w 11127204"/>
              <a:gd name="csY2" fmla="*/ 0 h 1074905"/>
              <a:gd name="csX3" fmla="*/ 1641263 w 11127204"/>
              <a:gd name="csY3" fmla="*/ 0 h 1074905"/>
              <a:gd name="csX4" fmla="*/ 2559257 w 11127204"/>
              <a:gd name="csY4" fmla="*/ 0 h 1074905"/>
              <a:gd name="csX5" fmla="*/ 2920891 w 11127204"/>
              <a:gd name="csY5" fmla="*/ 0 h 1074905"/>
              <a:gd name="csX6" fmla="*/ 3838885 w 11127204"/>
              <a:gd name="csY6" fmla="*/ 0 h 1074905"/>
              <a:gd name="csX7" fmla="*/ 4423064 w 11127204"/>
              <a:gd name="csY7" fmla="*/ 0 h 1074905"/>
              <a:gd name="csX8" fmla="*/ 4895970 w 11127204"/>
              <a:gd name="csY8" fmla="*/ 0 h 1074905"/>
              <a:gd name="csX9" fmla="*/ 5368876 w 11127204"/>
              <a:gd name="csY9" fmla="*/ 0 h 1074905"/>
              <a:gd name="csX10" fmla="*/ 6064326 w 11127204"/>
              <a:gd name="csY10" fmla="*/ 0 h 1074905"/>
              <a:gd name="csX11" fmla="*/ 6871048 w 11127204"/>
              <a:gd name="csY11" fmla="*/ 0 h 1074905"/>
              <a:gd name="csX12" fmla="*/ 7789043 w 11127204"/>
              <a:gd name="csY12" fmla="*/ 0 h 1074905"/>
              <a:gd name="csX13" fmla="*/ 8707037 w 11127204"/>
              <a:gd name="csY13" fmla="*/ 0 h 1074905"/>
              <a:gd name="csX14" fmla="*/ 9513759 w 11127204"/>
              <a:gd name="csY14" fmla="*/ 0 h 1074905"/>
              <a:gd name="csX15" fmla="*/ 9986666 w 11127204"/>
              <a:gd name="csY15" fmla="*/ 0 h 1074905"/>
              <a:gd name="csX16" fmla="*/ 10459572 w 11127204"/>
              <a:gd name="csY16" fmla="*/ 0 h 1074905"/>
              <a:gd name="csX17" fmla="*/ 11127204 w 11127204"/>
              <a:gd name="csY17" fmla="*/ 0 h 1074905"/>
              <a:gd name="csX18" fmla="*/ 11127204 w 11127204"/>
              <a:gd name="csY18" fmla="*/ 548202 h 1074905"/>
              <a:gd name="csX19" fmla="*/ 11127204 w 11127204"/>
              <a:gd name="csY19" fmla="*/ 1074905 h 1074905"/>
              <a:gd name="csX20" fmla="*/ 10320482 w 11127204"/>
              <a:gd name="csY20" fmla="*/ 1074905 h 1074905"/>
              <a:gd name="csX21" fmla="*/ 9625031 w 11127204"/>
              <a:gd name="csY21" fmla="*/ 1074905 h 1074905"/>
              <a:gd name="csX22" fmla="*/ 8929581 w 11127204"/>
              <a:gd name="csY22" fmla="*/ 1074905 h 1074905"/>
              <a:gd name="csX23" fmla="*/ 8234131 w 11127204"/>
              <a:gd name="csY23" fmla="*/ 1074905 h 1074905"/>
              <a:gd name="csX24" fmla="*/ 7761225 w 11127204"/>
              <a:gd name="csY24" fmla="*/ 1074905 h 1074905"/>
              <a:gd name="csX25" fmla="*/ 6843230 w 11127204"/>
              <a:gd name="csY25" fmla="*/ 1074905 h 1074905"/>
              <a:gd name="csX26" fmla="*/ 6370324 w 11127204"/>
              <a:gd name="csY26" fmla="*/ 1074905 h 1074905"/>
              <a:gd name="csX27" fmla="*/ 6008690 w 11127204"/>
              <a:gd name="csY27" fmla="*/ 1074905 h 1074905"/>
              <a:gd name="csX28" fmla="*/ 5090696 w 11127204"/>
              <a:gd name="csY28" fmla="*/ 1074905 h 1074905"/>
              <a:gd name="csX29" fmla="*/ 4617790 w 11127204"/>
              <a:gd name="csY29" fmla="*/ 1074905 h 1074905"/>
              <a:gd name="csX30" fmla="*/ 4033611 w 11127204"/>
              <a:gd name="csY30" fmla="*/ 1074905 h 1074905"/>
              <a:gd name="csX31" fmla="*/ 3115617 w 11127204"/>
              <a:gd name="csY31" fmla="*/ 1074905 h 1074905"/>
              <a:gd name="csX32" fmla="*/ 2197623 w 11127204"/>
              <a:gd name="csY32" fmla="*/ 1074905 h 1074905"/>
              <a:gd name="csX33" fmla="*/ 1502173 w 11127204"/>
              <a:gd name="csY33" fmla="*/ 1074905 h 1074905"/>
              <a:gd name="csX34" fmla="*/ 917994 w 11127204"/>
              <a:gd name="csY34" fmla="*/ 1074905 h 1074905"/>
              <a:gd name="csX35" fmla="*/ 0 w 11127204"/>
              <a:gd name="csY35" fmla="*/ 1074905 h 1074905"/>
              <a:gd name="csX36" fmla="*/ 0 w 11127204"/>
              <a:gd name="csY36" fmla="*/ 526703 h 1074905"/>
              <a:gd name="csX37" fmla="*/ 0 w 11127204"/>
              <a:gd name="csY37" fmla="*/ 0 h 1074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1127204" h="1074905" extrusionOk="0">
                <a:moveTo>
                  <a:pt x="0" y="0"/>
                </a:moveTo>
                <a:cubicBezTo>
                  <a:pt x="173725" y="7780"/>
                  <a:pt x="362577" y="-18298"/>
                  <a:pt x="472906" y="0"/>
                </a:cubicBezTo>
                <a:cubicBezTo>
                  <a:pt x="583235" y="18298"/>
                  <a:pt x="701416" y="-12323"/>
                  <a:pt x="834540" y="0"/>
                </a:cubicBezTo>
                <a:cubicBezTo>
                  <a:pt x="967664" y="12323"/>
                  <a:pt x="1357309" y="36907"/>
                  <a:pt x="1641263" y="0"/>
                </a:cubicBezTo>
                <a:cubicBezTo>
                  <a:pt x="1925217" y="-36907"/>
                  <a:pt x="2142541" y="27510"/>
                  <a:pt x="2559257" y="0"/>
                </a:cubicBezTo>
                <a:cubicBezTo>
                  <a:pt x="2975973" y="-27510"/>
                  <a:pt x="2747929" y="-15189"/>
                  <a:pt x="2920891" y="0"/>
                </a:cubicBezTo>
                <a:cubicBezTo>
                  <a:pt x="3093853" y="15189"/>
                  <a:pt x="3648561" y="-25584"/>
                  <a:pt x="3838885" y="0"/>
                </a:cubicBezTo>
                <a:cubicBezTo>
                  <a:pt x="4029209" y="25584"/>
                  <a:pt x="4232161" y="-20498"/>
                  <a:pt x="4423064" y="0"/>
                </a:cubicBezTo>
                <a:cubicBezTo>
                  <a:pt x="4613967" y="20498"/>
                  <a:pt x="4797039" y="-13016"/>
                  <a:pt x="4895970" y="0"/>
                </a:cubicBezTo>
                <a:cubicBezTo>
                  <a:pt x="4994901" y="13016"/>
                  <a:pt x="5174223" y="21709"/>
                  <a:pt x="5368876" y="0"/>
                </a:cubicBezTo>
                <a:cubicBezTo>
                  <a:pt x="5563529" y="-21709"/>
                  <a:pt x="5723187" y="-7574"/>
                  <a:pt x="6064326" y="0"/>
                </a:cubicBezTo>
                <a:cubicBezTo>
                  <a:pt x="6405465" y="7574"/>
                  <a:pt x="6468590" y="12486"/>
                  <a:pt x="6871048" y="0"/>
                </a:cubicBezTo>
                <a:cubicBezTo>
                  <a:pt x="7273506" y="-12486"/>
                  <a:pt x="7424074" y="-45380"/>
                  <a:pt x="7789043" y="0"/>
                </a:cubicBezTo>
                <a:cubicBezTo>
                  <a:pt x="8154013" y="45380"/>
                  <a:pt x="8439666" y="-39445"/>
                  <a:pt x="8707037" y="0"/>
                </a:cubicBezTo>
                <a:cubicBezTo>
                  <a:pt x="8974408" y="39445"/>
                  <a:pt x="9147635" y="-12593"/>
                  <a:pt x="9513759" y="0"/>
                </a:cubicBezTo>
                <a:cubicBezTo>
                  <a:pt x="9879883" y="12593"/>
                  <a:pt x="9815420" y="1717"/>
                  <a:pt x="9986666" y="0"/>
                </a:cubicBezTo>
                <a:cubicBezTo>
                  <a:pt x="10157912" y="-1717"/>
                  <a:pt x="10254876" y="17543"/>
                  <a:pt x="10459572" y="0"/>
                </a:cubicBezTo>
                <a:cubicBezTo>
                  <a:pt x="10664268" y="-17543"/>
                  <a:pt x="10968587" y="-18155"/>
                  <a:pt x="11127204" y="0"/>
                </a:cubicBezTo>
                <a:cubicBezTo>
                  <a:pt x="11134549" y="148727"/>
                  <a:pt x="11147386" y="365366"/>
                  <a:pt x="11127204" y="548202"/>
                </a:cubicBezTo>
                <a:cubicBezTo>
                  <a:pt x="11107022" y="731038"/>
                  <a:pt x="11147208" y="823314"/>
                  <a:pt x="11127204" y="1074905"/>
                </a:cubicBezTo>
                <a:cubicBezTo>
                  <a:pt x="10926449" y="1108939"/>
                  <a:pt x="10643626" y="1100935"/>
                  <a:pt x="10320482" y="1074905"/>
                </a:cubicBezTo>
                <a:cubicBezTo>
                  <a:pt x="9997338" y="1048875"/>
                  <a:pt x="9798690" y="1079340"/>
                  <a:pt x="9625031" y="1074905"/>
                </a:cubicBezTo>
                <a:cubicBezTo>
                  <a:pt x="9451372" y="1070470"/>
                  <a:pt x="9260205" y="1063922"/>
                  <a:pt x="8929581" y="1074905"/>
                </a:cubicBezTo>
                <a:cubicBezTo>
                  <a:pt x="8598957" y="1085889"/>
                  <a:pt x="8387884" y="1088107"/>
                  <a:pt x="8234131" y="1074905"/>
                </a:cubicBezTo>
                <a:cubicBezTo>
                  <a:pt x="8080378" y="1061704"/>
                  <a:pt x="7968841" y="1065103"/>
                  <a:pt x="7761225" y="1074905"/>
                </a:cubicBezTo>
                <a:cubicBezTo>
                  <a:pt x="7553609" y="1084707"/>
                  <a:pt x="7173541" y="1103906"/>
                  <a:pt x="6843230" y="1074905"/>
                </a:cubicBezTo>
                <a:cubicBezTo>
                  <a:pt x="6512920" y="1045904"/>
                  <a:pt x="6495232" y="1055676"/>
                  <a:pt x="6370324" y="1074905"/>
                </a:cubicBezTo>
                <a:cubicBezTo>
                  <a:pt x="6245416" y="1094134"/>
                  <a:pt x="6176547" y="1056994"/>
                  <a:pt x="6008690" y="1074905"/>
                </a:cubicBezTo>
                <a:cubicBezTo>
                  <a:pt x="5840833" y="1092816"/>
                  <a:pt x="5316460" y="1053272"/>
                  <a:pt x="5090696" y="1074905"/>
                </a:cubicBezTo>
                <a:cubicBezTo>
                  <a:pt x="4864932" y="1096538"/>
                  <a:pt x="4824564" y="1095127"/>
                  <a:pt x="4617790" y="1074905"/>
                </a:cubicBezTo>
                <a:cubicBezTo>
                  <a:pt x="4411016" y="1054683"/>
                  <a:pt x="4164182" y="1082286"/>
                  <a:pt x="4033611" y="1074905"/>
                </a:cubicBezTo>
                <a:cubicBezTo>
                  <a:pt x="3903040" y="1067524"/>
                  <a:pt x="3401016" y="1069592"/>
                  <a:pt x="3115617" y="1074905"/>
                </a:cubicBezTo>
                <a:cubicBezTo>
                  <a:pt x="2830218" y="1080218"/>
                  <a:pt x="2516429" y="1040037"/>
                  <a:pt x="2197623" y="1074905"/>
                </a:cubicBezTo>
                <a:cubicBezTo>
                  <a:pt x="1878817" y="1109773"/>
                  <a:pt x="1654573" y="1095310"/>
                  <a:pt x="1502173" y="1074905"/>
                </a:cubicBezTo>
                <a:cubicBezTo>
                  <a:pt x="1349773" y="1054501"/>
                  <a:pt x="1075836" y="1061315"/>
                  <a:pt x="917994" y="1074905"/>
                </a:cubicBezTo>
                <a:cubicBezTo>
                  <a:pt x="760152" y="1088495"/>
                  <a:pt x="207300" y="1063789"/>
                  <a:pt x="0" y="1074905"/>
                </a:cubicBezTo>
                <a:cubicBezTo>
                  <a:pt x="-19422" y="866722"/>
                  <a:pt x="-18832" y="646541"/>
                  <a:pt x="0" y="526703"/>
                </a:cubicBezTo>
                <a:cubicBezTo>
                  <a:pt x="18832" y="406865"/>
                  <a:pt x="9390" y="175443"/>
                  <a:pt x="0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0658523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dirty="0">
                <a:solidFill>
                  <a:schemeClr val="bg1"/>
                </a:solidFill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69720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12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3" baseType="lpstr">
      <vt:lpstr>Office-téma</vt:lpstr>
      <vt:lpstr>PowerPoint-bemutató</vt:lpstr>
      <vt:lpstr>Csapatunk</vt:lpstr>
      <vt:lpstr>Csapatunk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326</cp:revision>
  <dcterms:created xsi:type="dcterms:W3CDTF">2026-02-12T16:01:12Z</dcterms:created>
  <dcterms:modified xsi:type="dcterms:W3CDTF">2026-02-13T20:52:50Z</dcterms:modified>
</cp:coreProperties>
</file>